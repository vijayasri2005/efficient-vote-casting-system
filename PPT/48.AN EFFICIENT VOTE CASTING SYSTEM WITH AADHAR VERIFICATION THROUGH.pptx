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3" r:id="rId8"/>
    <p:sldId id="264" r:id="rId9"/>
    <p:sldId id="267" r:id="rId10"/>
    <p:sldId id="269" r:id="rId11"/>
    <p:sldId id="268" r:id="rId12"/>
    <p:sldId id="272" r:id="rId13"/>
    <p:sldId id="270" r:id="rId14"/>
    <p:sldId id="271" r:id="rId15"/>
    <p:sldId id="266" r:id="rId16"/>
  </p:sldIdLst>
  <p:sldSz cx="12190413" cy="6859588"/>
  <p:notesSz cx="9144000" cy="6858000"/>
  <p:defaultTextStyle>
    <a:defPPr>
      <a:defRPr lang="en-US"/>
    </a:defPPr>
    <a:lvl1pPr marL="0" algn="l" defTabSz="1140714" rtl="0" eaLnBrk="1" latinLnBrk="0" hangingPunct="1">
      <a:defRPr sz="2200" kern="1200">
        <a:solidFill>
          <a:schemeClr val="tx1"/>
        </a:solidFill>
        <a:latin typeface="+mn-lt"/>
        <a:ea typeface="+mn-ea"/>
        <a:cs typeface="+mn-cs"/>
      </a:defRPr>
    </a:lvl1pPr>
    <a:lvl2pPr marL="570357" algn="l" defTabSz="1140714" rtl="0" eaLnBrk="1" latinLnBrk="0" hangingPunct="1">
      <a:defRPr sz="2200" kern="1200">
        <a:solidFill>
          <a:schemeClr val="tx1"/>
        </a:solidFill>
        <a:latin typeface="+mn-lt"/>
        <a:ea typeface="+mn-ea"/>
        <a:cs typeface="+mn-cs"/>
      </a:defRPr>
    </a:lvl2pPr>
    <a:lvl3pPr marL="1140714" algn="l" defTabSz="1140714" rtl="0" eaLnBrk="1" latinLnBrk="0" hangingPunct="1">
      <a:defRPr sz="2200" kern="1200">
        <a:solidFill>
          <a:schemeClr val="tx1"/>
        </a:solidFill>
        <a:latin typeface="+mn-lt"/>
        <a:ea typeface="+mn-ea"/>
        <a:cs typeface="+mn-cs"/>
      </a:defRPr>
    </a:lvl3pPr>
    <a:lvl4pPr marL="1711071" algn="l" defTabSz="1140714" rtl="0" eaLnBrk="1" latinLnBrk="0" hangingPunct="1">
      <a:defRPr sz="2200" kern="1200">
        <a:solidFill>
          <a:schemeClr val="tx1"/>
        </a:solidFill>
        <a:latin typeface="+mn-lt"/>
        <a:ea typeface="+mn-ea"/>
        <a:cs typeface="+mn-cs"/>
      </a:defRPr>
    </a:lvl4pPr>
    <a:lvl5pPr marL="2281428" algn="l" defTabSz="1140714" rtl="0" eaLnBrk="1" latinLnBrk="0" hangingPunct="1">
      <a:defRPr sz="2200" kern="1200">
        <a:solidFill>
          <a:schemeClr val="tx1"/>
        </a:solidFill>
        <a:latin typeface="+mn-lt"/>
        <a:ea typeface="+mn-ea"/>
        <a:cs typeface="+mn-cs"/>
      </a:defRPr>
    </a:lvl5pPr>
    <a:lvl6pPr marL="2851785" algn="l" defTabSz="1140714" rtl="0" eaLnBrk="1" latinLnBrk="0" hangingPunct="1">
      <a:defRPr sz="2200" kern="1200">
        <a:solidFill>
          <a:schemeClr val="tx1"/>
        </a:solidFill>
        <a:latin typeface="+mn-lt"/>
        <a:ea typeface="+mn-ea"/>
        <a:cs typeface="+mn-cs"/>
      </a:defRPr>
    </a:lvl6pPr>
    <a:lvl7pPr marL="3422142" algn="l" defTabSz="1140714" rtl="0" eaLnBrk="1" latinLnBrk="0" hangingPunct="1">
      <a:defRPr sz="2200" kern="1200">
        <a:solidFill>
          <a:schemeClr val="tx1"/>
        </a:solidFill>
        <a:latin typeface="+mn-lt"/>
        <a:ea typeface="+mn-ea"/>
        <a:cs typeface="+mn-cs"/>
      </a:defRPr>
    </a:lvl7pPr>
    <a:lvl8pPr marL="3992499" algn="l" defTabSz="1140714" rtl="0" eaLnBrk="1" latinLnBrk="0" hangingPunct="1">
      <a:defRPr sz="2200" kern="1200">
        <a:solidFill>
          <a:schemeClr val="tx1"/>
        </a:solidFill>
        <a:latin typeface="+mn-lt"/>
        <a:ea typeface="+mn-ea"/>
        <a:cs typeface="+mn-cs"/>
      </a:defRPr>
    </a:lvl8pPr>
    <a:lvl9pPr marL="4562856" algn="l" defTabSz="1140714" rtl="0" eaLnBrk="1" latinLnBrk="0" hangingPunct="1">
      <a:defRPr sz="22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08" autoAdjust="0"/>
  </p:normalViewPr>
  <p:slideViewPr>
    <p:cSldViewPr>
      <p:cViewPr>
        <p:scale>
          <a:sx n="69" d="100"/>
          <a:sy n="69" d="100"/>
        </p:scale>
        <p:origin x="-1171" y="-610"/>
      </p:cViewPr>
      <p:guideLst>
        <p:guide orient="horz" pos="2161"/>
        <p:guide pos="384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282" y="2130920"/>
            <a:ext cx="10361851" cy="147036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563" y="3887100"/>
            <a:ext cx="8533289" cy="1753006"/>
          </a:xfrm>
        </p:spPr>
        <p:txBody>
          <a:bodyPr/>
          <a:lstStyle>
            <a:lvl1pPr marL="0" indent="0" algn="ctr">
              <a:buNone/>
              <a:defRPr>
                <a:solidFill>
                  <a:schemeClr val="tx1">
                    <a:tint val="75000"/>
                  </a:schemeClr>
                </a:solidFill>
              </a:defRPr>
            </a:lvl1pPr>
            <a:lvl2pPr marL="570357" indent="0" algn="ctr">
              <a:buNone/>
              <a:defRPr>
                <a:solidFill>
                  <a:schemeClr val="tx1">
                    <a:tint val="75000"/>
                  </a:schemeClr>
                </a:solidFill>
              </a:defRPr>
            </a:lvl2pPr>
            <a:lvl3pPr marL="1140714" indent="0" algn="ctr">
              <a:buNone/>
              <a:defRPr>
                <a:solidFill>
                  <a:schemeClr val="tx1">
                    <a:tint val="75000"/>
                  </a:schemeClr>
                </a:solidFill>
              </a:defRPr>
            </a:lvl3pPr>
            <a:lvl4pPr marL="1711071" indent="0" algn="ctr">
              <a:buNone/>
              <a:defRPr>
                <a:solidFill>
                  <a:schemeClr val="tx1">
                    <a:tint val="75000"/>
                  </a:schemeClr>
                </a:solidFill>
              </a:defRPr>
            </a:lvl4pPr>
            <a:lvl5pPr marL="2281428" indent="0" algn="ctr">
              <a:buNone/>
              <a:defRPr>
                <a:solidFill>
                  <a:schemeClr val="tx1">
                    <a:tint val="75000"/>
                  </a:schemeClr>
                </a:solidFill>
              </a:defRPr>
            </a:lvl5pPr>
            <a:lvl6pPr marL="2851785" indent="0" algn="ctr">
              <a:buNone/>
              <a:defRPr>
                <a:solidFill>
                  <a:schemeClr val="tx1">
                    <a:tint val="75000"/>
                  </a:schemeClr>
                </a:solidFill>
              </a:defRPr>
            </a:lvl6pPr>
            <a:lvl7pPr marL="3422142" indent="0" algn="ctr">
              <a:buNone/>
              <a:defRPr>
                <a:solidFill>
                  <a:schemeClr val="tx1">
                    <a:tint val="75000"/>
                  </a:schemeClr>
                </a:solidFill>
              </a:defRPr>
            </a:lvl7pPr>
            <a:lvl8pPr marL="3992499" indent="0" algn="ctr">
              <a:buNone/>
              <a:defRPr>
                <a:solidFill>
                  <a:schemeClr val="tx1">
                    <a:tint val="75000"/>
                  </a:schemeClr>
                </a:solidFill>
              </a:defRPr>
            </a:lvl8pPr>
            <a:lvl9pPr marL="4562856"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77624B6-0C54-4927-9615-71EB42F45B3A}" type="datetimeFigureOut">
              <a:rPr lang="en-US" smtClean="0"/>
              <a:pPr/>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D73BCC-D8D3-4539-ABA0-E1551A2D679B}" type="slidenum">
              <a:rPr lang="en-US" smtClean="0"/>
              <a:pPr/>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77624B6-0C54-4927-9615-71EB42F45B3A}" type="datetimeFigureOut">
              <a:rPr lang="en-US" smtClean="0"/>
              <a:pPr/>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D73BCC-D8D3-4539-ABA0-E1551A2D679B}" type="slidenum">
              <a:rPr lang="en-US" smtClean="0"/>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960" y="4407921"/>
            <a:ext cx="10361851" cy="1362390"/>
          </a:xfrm>
        </p:spPr>
        <p:txBody>
          <a:bodyPr anchor="t"/>
          <a:lstStyle>
            <a:lvl1pPr algn="l">
              <a:defRPr sz="5000" b="1" cap="all"/>
            </a:lvl1pPr>
          </a:lstStyle>
          <a:p>
            <a:r>
              <a:rPr lang="en-US" smtClean="0"/>
              <a:t>Click to edit Master title style</a:t>
            </a:r>
            <a:endParaRPr lang="en-US"/>
          </a:p>
        </p:txBody>
      </p:sp>
      <p:sp>
        <p:nvSpPr>
          <p:cNvPr id="3" name="Text Placeholder 2"/>
          <p:cNvSpPr>
            <a:spLocks noGrp="1"/>
          </p:cNvSpPr>
          <p:nvPr>
            <p:ph type="body" idx="1"/>
          </p:nvPr>
        </p:nvSpPr>
        <p:spPr>
          <a:xfrm>
            <a:off x="962960" y="2907387"/>
            <a:ext cx="10361851" cy="1500534"/>
          </a:xfrm>
        </p:spPr>
        <p:txBody>
          <a:bodyPr anchor="b"/>
          <a:lstStyle>
            <a:lvl1pPr marL="0" indent="0">
              <a:buNone/>
              <a:defRPr sz="2500">
                <a:solidFill>
                  <a:schemeClr val="tx1">
                    <a:tint val="75000"/>
                  </a:schemeClr>
                </a:solidFill>
              </a:defRPr>
            </a:lvl1pPr>
            <a:lvl2pPr marL="570357" indent="0">
              <a:buNone/>
              <a:defRPr sz="2200">
                <a:solidFill>
                  <a:schemeClr val="tx1">
                    <a:tint val="75000"/>
                  </a:schemeClr>
                </a:solidFill>
              </a:defRPr>
            </a:lvl2pPr>
            <a:lvl3pPr marL="1140714" indent="0">
              <a:buNone/>
              <a:defRPr sz="2000">
                <a:solidFill>
                  <a:schemeClr val="tx1">
                    <a:tint val="75000"/>
                  </a:schemeClr>
                </a:solidFill>
              </a:defRPr>
            </a:lvl3pPr>
            <a:lvl4pPr marL="1711071" indent="0">
              <a:buNone/>
              <a:defRPr sz="1700">
                <a:solidFill>
                  <a:schemeClr val="tx1">
                    <a:tint val="75000"/>
                  </a:schemeClr>
                </a:solidFill>
              </a:defRPr>
            </a:lvl4pPr>
            <a:lvl5pPr marL="2281428" indent="0">
              <a:buNone/>
              <a:defRPr sz="1700">
                <a:solidFill>
                  <a:schemeClr val="tx1">
                    <a:tint val="75000"/>
                  </a:schemeClr>
                </a:solidFill>
              </a:defRPr>
            </a:lvl5pPr>
            <a:lvl6pPr marL="2851785" indent="0">
              <a:buNone/>
              <a:defRPr sz="1700">
                <a:solidFill>
                  <a:schemeClr val="tx1">
                    <a:tint val="75000"/>
                  </a:schemeClr>
                </a:solidFill>
              </a:defRPr>
            </a:lvl6pPr>
            <a:lvl7pPr marL="3422142" indent="0">
              <a:buNone/>
              <a:defRPr sz="1700">
                <a:solidFill>
                  <a:schemeClr val="tx1">
                    <a:tint val="75000"/>
                  </a:schemeClr>
                </a:solidFill>
              </a:defRPr>
            </a:lvl7pPr>
            <a:lvl8pPr marL="3992499" indent="0">
              <a:buNone/>
              <a:defRPr sz="1700">
                <a:solidFill>
                  <a:schemeClr val="tx1">
                    <a:tint val="75000"/>
                  </a:schemeClr>
                </a:solidFill>
              </a:defRPr>
            </a:lvl8pPr>
            <a:lvl9pPr marL="4562856" indent="0">
              <a:buNone/>
              <a:defRPr sz="17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77624B6-0C54-4927-9615-71EB42F45B3A}" type="datetimeFigureOut">
              <a:rPr lang="en-US" smtClean="0"/>
              <a:pPr/>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D73BCC-D8D3-4539-ABA0-E1551A2D679B}" type="slidenum">
              <a:rPr lang="en-US" smtClean="0"/>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522" y="1600573"/>
            <a:ext cx="5384099" cy="4527011"/>
          </a:xfrm>
        </p:spPr>
        <p:txBody>
          <a:bodyPr/>
          <a:lstStyle>
            <a:lvl1pPr>
              <a:defRPr sz="3500"/>
            </a:lvl1pPr>
            <a:lvl2pPr>
              <a:defRPr sz="3000"/>
            </a:lvl2pPr>
            <a:lvl3pPr>
              <a:defRPr sz="2500"/>
            </a:lvl3pPr>
            <a:lvl4pPr>
              <a:defRPr sz="2200"/>
            </a:lvl4pPr>
            <a:lvl5pPr>
              <a:defRPr sz="2200"/>
            </a:lvl5pPr>
            <a:lvl6pPr>
              <a:defRPr sz="2200"/>
            </a:lvl6pPr>
            <a:lvl7pPr>
              <a:defRPr sz="2200"/>
            </a:lvl7pPr>
            <a:lvl8pPr>
              <a:defRPr sz="2200"/>
            </a:lvl8pPr>
            <a:lvl9pPr>
              <a:defRPr sz="2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6794" y="1600573"/>
            <a:ext cx="5384099" cy="4527011"/>
          </a:xfrm>
        </p:spPr>
        <p:txBody>
          <a:bodyPr/>
          <a:lstStyle>
            <a:lvl1pPr>
              <a:defRPr sz="3500"/>
            </a:lvl1pPr>
            <a:lvl2pPr>
              <a:defRPr sz="3000"/>
            </a:lvl2pPr>
            <a:lvl3pPr>
              <a:defRPr sz="2500"/>
            </a:lvl3pPr>
            <a:lvl4pPr>
              <a:defRPr sz="2200"/>
            </a:lvl4pPr>
            <a:lvl5pPr>
              <a:defRPr sz="2200"/>
            </a:lvl5pPr>
            <a:lvl6pPr>
              <a:defRPr sz="2200"/>
            </a:lvl6pPr>
            <a:lvl7pPr>
              <a:defRPr sz="2200"/>
            </a:lvl7pPr>
            <a:lvl8pPr>
              <a:defRPr sz="2200"/>
            </a:lvl8pPr>
            <a:lvl9pPr>
              <a:defRPr sz="2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77624B6-0C54-4927-9615-71EB42F45B3A}" type="datetimeFigureOut">
              <a:rPr lang="en-US" smtClean="0"/>
              <a:pPr/>
              <a:t>5/27/2025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D73BCC-D8D3-4539-ABA0-E1551A2D679B}" type="slidenum">
              <a:rPr lang="en-US" smtClean="0"/>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522" y="1535469"/>
            <a:ext cx="5386216" cy="639910"/>
          </a:xfrm>
        </p:spPr>
        <p:txBody>
          <a:bodyPr anchor="b"/>
          <a:lstStyle>
            <a:lvl1pPr marL="0" indent="0">
              <a:buNone/>
              <a:defRPr sz="3000" b="1"/>
            </a:lvl1pPr>
            <a:lvl2pPr marL="570357" indent="0">
              <a:buNone/>
              <a:defRPr sz="2500" b="1"/>
            </a:lvl2pPr>
            <a:lvl3pPr marL="1140714" indent="0">
              <a:buNone/>
              <a:defRPr sz="2200" b="1"/>
            </a:lvl3pPr>
            <a:lvl4pPr marL="1711071" indent="0">
              <a:buNone/>
              <a:defRPr sz="2000" b="1"/>
            </a:lvl4pPr>
            <a:lvl5pPr marL="2281428" indent="0">
              <a:buNone/>
              <a:defRPr sz="2000" b="1"/>
            </a:lvl5pPr>
            <a:lvl6pPr marL="2851785" indent="0">
              <a:buNone/>
              <a:defRPr sz="2000" b="1"/>
            </a:lvl6pPr>
            <a:lvl7pPr marL="3422142" indent="0">
              <a:buNone/>
              <a:defRPr sz="2000" b="1"/>
            </a:lvl7pPr>
            <a:lvl8pPr marL="3992499" indent="0">
              <a:buNone/>
              <a:defRPr sz="2000" b="1"/>
            </a:lvl8pPr>
            <a:lvl9pPr marL="4562856" indent="0">
              <a:buNone/>
              <a:defRPr sz="2000" b="1"/>
            </a:lvl9pPr>
          </a:lstStyle>
          <a:p>
            <a:pPr lvl="0"/>
            <a:r>
              <a:rPr lang="en-US" smtClean="0"/>
              <a:t>Click to edit Master text styles</a:t>
            </a:r>
          </a:p>
        </p:txBody>
      </p:sp>
      <p:sp>
        <p:nvSpPr>
          <p:cNvPr id="4" name="Content Placeholder 3"/>
          <p:cNvSpPr>
            <a:spLocks noGrp="1"/>
          </p:cNvSpPr>
          <p:nvPr>
            <p:ph sz="half" idx="2"/>
          </p:nvPr>
        </p:nvSpPr>
        <p:spPr>
          <a:xfrm>
            <a:off x="609522" y="2175379"/>
            <a:ext cx="5386216" cy="3952203"/>
          </a:xfrm>
        </p:spPr>
        <p:txBody>
          <a:bodyPr/>
          <a:lstStyle>
            <a:lvl1pPr>
              <a:defRPr sz="3000"/>
            </a:lvl1pPr>
            <a:lvl2pPr>
              <a:defRPr sz="25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2562" y="1535469"/>
            <a:ext cx="5388332" cy="639910"/>
          </a:xfrm>
        </p:spPr>
        <p:txBody>
          <a:bodyPr anchor="b"/>
          <a:lstStyle>
            <a:lvl1pPr marL="0" indent="0">
              <a:buNone/>
              <a:defRPr sz="3000" b="1"/>
            </a:lvl1pPr>
            <a:lvl2pPr marL="570357" indent="0">
              <a:buNone/>
              <a:defRPr sz="2500" b="1"/>
            </a:lvl2pPr>
            <a:lvl3pPr marL="1140714" indent="0">
              <a:buNone/>
              <a:defRPr sz="2200" b="1"/>
            </a:lvl3pPr>
            <a:lvl4pPr marL="1711071" indent="0">
              <a:buNone/>
              <a:defRPr sz="2000" b="1"/>
            </a:lvl4pPr>
            <a:lvl5pPr marL="2281428" indent="0">
              <a:buNone/>
              <a:defRPr sz="2000" b="1"/>
            </a:lvl5pPr>
            <a:lvl6pPr marL="2851785" indent="0">
              <a:buNone/>
              <a:defRPr sz="2000" b="1"/>
            </a:lvl6pPr>
            <a:lvl7pPr marL="3422142" indent="0">
              <a:buNone/>
              <a:defRPr sz="2000" b="1"/>
            </a:lvl7pPr>
            <a:lvl8pPr marL="3992499" indent="0">
              <a:buNone/>
              <a:defRPr sz="2000" b="1"/>
            </a:lvl8pPr>
            <a:lvl9pPr marL="4562856" indent="0">
              <a:buNone/>
              <a:defRPr sz="2000" b="1"/>
            </a:lvl9pPr>
          </a:lstStyle>
          <a:p>
            <a:pPr lvl="0"/>
            <a:r>
              <a:rPr lang="en-US" smtClean="0"/>
              <a:t>Click to edit Master text styles</a:t>
            </a:r>
          </a:p>
        </p:txBody>
      </p:sp>
      <p:sp>
        <p:nvSpPr>
          <p:cNvPr id="6" name="Content Placeholder 5"/>
          <p:cNvSpPr>
            <a:spLocks noGrp="1"/>
          </p:cNvSpPr>
          <p:nvPr>
            <p:ph sz="quarter" idx="4"/>
          </p:nvPr>
        </p:nvSpPr>
        <p:spPr>
          <a:xfrm>
            <a:off x="6192562" y="2175379"/>
            <a:ext cx="5388332" cy="3952203"/>
          </a:xfrm>
        </p:spPr>
        <p:txBody>
          <a:bodyPr/>
          <a:lstStyle>
            <a:lvl1pPr>
              <a:defRPr sz="3000"/>
            </a:lvl1pPr>
            <a:lvl2pPr>
              <a:defRPr sz="25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77624B6-0C54-4927-9615-71EB42F45B3A}" type="datetimeFigureOut">
              <a:rPr lang="en-US" smtClean="0"/>
              <a:pPr/>
              <a:t>5/27/2025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2D73BCC-D8D3-4539-ABA0-E1551A2D679B}" type="slidenum">
              <a:rPr lang="en-US" smtClean="0"/>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77624B6-0C54-4927-9615-71EB42F45B3A}" type="datetimeFigureOut">
              <a:rPr lang="en-US" smtClean="0"/>
              <a:pPr/>
              <a:t>5/27/2025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2D73BCC-D8D3-4539-ABA0-E1551A2D679B}" type="slidenum">
              <a:rPr lang="en-US" smtClean="0"/>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7624B6-0C54-4927-9615-71EB42F45B3A}" type="datetimeFigureOut">
              <a:rPr lang="en-US" smtClean="0"/>
              <a:pPr/>
              <a:t>5/27/2025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2D73BCC-D8D3-4539-ABA0-E1551A2D679B}" type="slidenum">
              <a:rPr lang="en-US" smtClean="0"/>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23" y="273114"/>
            <a:ext cx="4010562" cy="1162319"/>
          </a:xfrm>
        </p:spPr>
        <p:txBody>
          <a:bodyPr anchor="b"/>
          <a:lstStyle>
            <a:lvl1pPr algn="l">
              <a:defRPr sz="2500" b="1"/>
            </a:lvl1pPr>
          </a:lstStyle>
          <a:p>
            <a:r>
              <a:rPr lang="en-US" smtClean="0"/>
              <a:t>Click to edit Master title style</a:t>
            </a:r>
            <a:endParaRPr lang="en-US"/>
          </a:p>
        </p:txBody>
      </p:sp>
      <p:sp>
        <p:nvSpPr>
          <p:cNvPr id="3" name="Content Placeholder 2"/>
          <p:cNvSpPr>
            <a:spLocks noGrp="1"/>
          </p:cNvSpPr>
          <p:nvPr>
            <p:ph idx="1"/>
          </p:nvPr>
        </p:nvSpPr>
        <p:spPr>
          <a:xfrm>
            <a:off x="4766114" y="273115"/>
            <a:ext cx="6814781" cy="5854468"/>
          </a:xfrm>
        </p:spPr>
        <p:txBody>
          <a:bodyPr/>
          <a:lstStyle>
            <a:lvl1pPr>
              <a:defRPr sz="4000"/>
            </a:lvl1pPr>
            <a:lvl2pPr>
              <a:defRPr sz="3500"/>
            </a:lvl2pPr>
            <a:lvl3pPr>
              <a:defRPr sz="3000"/>
            </a:lvl3pPr>
            <a:lvl4pPr>
              <a:defRPr sz="2500"/>
            </a:lvl4pPr>
            <a:lvl5pPr>
              <a:defRPr sz="2500"/>
            </a:lvl5pPr>
            <a:lvl6pPr>
              <a:defRPr sz="2500"/>
            </a:lvl6pPr>
            <a:lvl7pPr>
              <a:defRPr sz="2500"/>
            </a:lvl7pPr>
            <a:lvl8pPr>
              <a:defRPr sz="2500"/>
            </a:lvl8pPr>
            <a:lvl9pPr>
              <a:defRPr sz="2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523" y="1435434"/>
            <a:ext cx="4010562" cy="4692149"/>
          </a:xfrm>
        </p:spPr>
        <p:txBody>
          <a:bodyPr/>
          <a:lstStyle>
            <a:lvl1pPr marL="0" indent="0">
              <a:buNone/>
              <a:defRPr sz="1700"/>
            </a:lvl1pPr>
            <a:lvl2pPr marL="570357" indent="0">
              <a:buNone/>
              <a:defRPr sz="1500"/>
            </a:lvl2pPr>
            <a:lvl3pPr marL="1140714" indent="0">
              <a:buNone/>
              <a:defRPr sz="1200"/>
            </a:lvl3pPr>
            <a:lvl4pPr marL="1711071" indent="0">
              <a:buNone/>
              <a:defRPr sz="1100"/>
            </a:lvl4pPr>
            <a:lvl5pPr marL="2281428" indent="0">
              <a:buNone/>
              <a:defRPr sz="1100"/>
            </a:lvl5pPr>
            <a:lvl6pPr marL="2851785" indent="0">
              <a:buNone/>
              <a:defRPr sz="1100"/>
            </a:lvl6pPr>
            <a:lvl7pPr marL="3422142" indent="0">
              <a:buNone/>
              <a:defRPr sz="1100"/>
            </a:lvl7pPr>
            <a:lvl8pPr marL="3992499" indent="0">
              <a:buNone/>
              <a:defRPr sz="1100"/>
            </a:lvl8pPr>
            <a:lvl9pPr marL="4562856" indent="0">
              <a:buNone/>
              <a:defRPr sz="11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77624B6-0C54-4927-9615-71EB42F45B3A}" type="datetimeFigureOut">
              <a:rPr lang="en-US" smtClean="0"/>
              <a:pPr/>
              <a:t>5/27/2025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D73BCC-D8D3-4539-ABA0-E1551A2D679B}" type="slidenum">
              <a:rPr lang="en-US" smtClean="0"/>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406" y="4801713"/>
            <a:ext cx="7314248" cy="566869"/>
          </a:xfrm>
        </p:spPr>
        <p:txBody>
          <a:bodyPr anchor="b"/>
          <a:lstStyle>
            <a:lvl1pPr algn="l">
              <a:defRPr sz="2500" b="1"/>
            </a:lvl1pPr>
          </a:lstStyle>
          <a:p>
            <a:r>
              <a:rPr lang="en-US" smtClean="0"/>
              <a:t>Click to edit Master title style</a:t>
            </a:r>
            <a:endParaRPr lang="en-US"/>
          </a:p>
        </p:txBody>
      </p:sp>
      <p:sp>
        <p:nvSpPr>
          <p:cNvPr id="3" name="Picture Placeholder 2"/>
          <p:cNvSpPr>
            <a:spLocks noGrp="1"/>
          </p:cNvSpPr>
          <p:nvPr>
            <p:ph type="pic" idx="1"/>
          </p:nvPr>
        </p:nvSpPr>
        <p:spPr>
          <a:xfrm>
            <a:off x="2389406" y="612916"/>
            <a:ext cx="7314248" cy="4115753"/>
          </a:xfrm>
        </p:spPr>
        <p:txBody>
          <a:bodyPr/>
          <a:lstStyle>
            <a:lvl1pPr marL="0" indent="0">
              <a:buNone/>
              <a:defRPr sz="4000"/>
            </a:lvl1pPr>
            <a:lvl2pPr marL="570357" indent="0">
              <a:buNone/>
              <a:defRPr sz="3500"/>
            </a:lvl2pPr>
            <a:lvl3pPr marL="1140714" indent="0">
              <a:buNone/>
              <a:defRPr sz="3000"/>
            </a:lvl3pPr>
            <a:lvl4pPr marL="1711071" indent="0">
              <a:buNone/>
              <a:defRPr sz="2500"/>
            </a:lvl4pPr>
            <a:lvl5pPr marL="2281428" indent="0">
              <a:buNone/>
              <a:defRPr sz="2500"/>
            </a:lvl5pPr>
            <a:lvl6pPr marL="2851785" indent="0">
              <a:buNone/>
              <a:defRPr sz="2500"/>
            </a:lvl6pPr>
            <a:lvl7pPr marL="3422142" indent="0">
              <a:buNone/>
              <a:defRPr sz="2500"/>
            </a:lvl7pPr>
            <a:lvl8pPr marL="3992499" indent="0">
              <a:buNone/>
              <a:defRPr sz="2500"/>
            </a:lvl8pPr>
            <a:lvl9pPr marL="4562856" indent="0">
              <a:buNone/>
              <a:defRPr sz="2500"/>
            </a:lvl9pPr>
          </a:lstStyle>
          <a:p>
            <a:endParaRPr lang="en-US"/>
          </a:p>
        </p:txBody>
      </p:sp>
      <p:sp>
        <p:nvSpPr>
          <p:cNvPr id="4" name="Text Placeholder 3"/>
          <p:cNvSpPr>
            <a:spLocks noGrp="1"/>
          </p:cNvSpPr>
          <p:nvPr>
            <p:ph type="body" sz="half" idx="2"/>
          </p:nvPr>
        </p:nvSpPr>
        <p:spPr>
          <a:xfrm>
            <a:off x="2389406" y="5368582"/>
            <a:ext cx="7314248" cy="805048"/>
          </a:xfrm>
        </p:spPr>
        <p:txBody>
          <a:bodyPr/>
          <a:lstStyle>
            <a:lvl1pPr marL="0" indent="0">
              <a:buNone/>
              <a:defRPr sz="1700"/>
            </a:lvl1pPr>
            <a:lvl2pPr marL="570357" indent="0">
              <a:buNone/>
              <a:defRPr sz="1500"/>
            </a:lvl2pPr>
            <a:lvl3pPr marL="1140714" indent="0">
              <a:buNone/>
              <a:defRPr sz="1200"/>
            </a:lvl3pPr>
            <a:lvl4pPr marL="1711071" indent="0">
              <a:buNone/>
              <a:defRPr sz="1100"/>
            </a:lvl4pPr>
            <a:lvl5pPr marL="2281428" indent="0">
              <a:buNone/>
              <a:defRPr sz="1100"/>
            </a:lvl5pPr>
            <a:lvl6pPr marL="2851785" indent="0">
              <a:buNone/>
              <a:defRPr sz="1100"/>
            </a:lvl6pPr>
            <a:lvl7pPr marL="3422142" indent="0">
              <a:buNone/>
              <a:defRPr sz="1100"/>
            </a:lvl7pPr>
            <a:lvl8pPr marL="3992499" indent="0">
              <a:buNone/>
              <a:defRPr sz="1100"/>
            </a:lvl8pPr>
            <a:lvl9pPr marL="4562856" indent="0">
              <a:buNone/>
              <a:defRPr sz="11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77624B6-0C54-4927-9615-71EB42F45B3A}" type="datetimeFigureOut">
              <a:rPr lang="en-US" smtClean="0"/>
              <a:pPr/>
              <a:t>5/27/2025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D73BCC-D8D3-4539-ABA0-E1551A2D679B}" type="slidenum">
              <a:rPr lang="en-US" smtClean="0"/>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77624B6-0C54-4927-9615-71EB42F45B3A}" type="datetimeFigureOut">
              <a:rPr lang="en-US" smtClean="0"/>
              <a:pPr/>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D73BCC-D8D3-4539-ABA0-E1551A2D679B}" type="slidenum">
              <a:rPr lang="en-US" smtClean="0"/>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8050" y="274703"/>
            <a:ext cx="2742843" cy="585288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522" y="274703"/>
            <a:ext cx="8025355" cy="585288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77624B6-0C54-4927-9615-71EB42F45B3A}" type="datetimeFigureOut">
              <a:rPr lang="en-US" smtClean="0"/>
              <a:pPr/>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D73BCC-D8D3-4539-ABA0-E1551A2D679B}" type="slidenum">
              <a:rPr lang="en-US" smtClean="0"/>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21" y="274701"/>
            <a:ext cx="10971372" cy="1143265"/>
          </a:xfrm>
          <a:prstGeom prst="rect">
            <a:avLst/>
          </a:prstGeom>
        </p:spPr>
        <p:txBody>
          <a:bodyPr vert="horz" lIns="114071" tIns="57036" rIns="114071" bIns="57036"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521" y="1600573"/>
            <a:ext cx="10971372" cy="4527011"/>
          </a:xfrm>
          <a:prstGeom prst="rect">
            <a:avLst/>
          </a:prstGeom>
        </p:spPr>
        <p:txBody>
          <a:bodyPr vert="horz" lIns="114071" tIns="57036" rIns="114071" bIns="57036"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521" y="6357823"/>
            <a:ext cx="2844430" cy="365209"/>
          </a:xfrm>
          <a:prstGeom prst="rect">
            <a:avLst/>
          </a:prstGeom>
        </p:spPr>
        <p:txBody>
          <a:bodyPr vert="horz" lIns="114071" tIns="57036" rIns="114071" bIns="57036" rtlCol="0" anchor="ctr"/>
          <a:lstStyle>
            <a:lvl1pPr algn="l">
              <a:defRPr sz="1500">
                <a:solidFill>
                  <a:schemeClr val="tx1">
                    <a:tint val="75000"/>
                  </a:schemeClr>
                </a:solidFill>
              </a:defRPr>
            </a:lvl1pPr>
          </a:lstStyle>
          <a:p>
            <a:fld id="{977624B6-0C54-4927-9615-71EB42F45B3A}" type="datetimeFigureOut">
              <a:rPr lang="en-US" smtClean="0"/>
              <a:pPr/>
              <a:t>5/27/2025</a:t>
            </a:fld>
            <a:endParaRPr lang="en-US"/>
          </a:p>
        </p:txBody>
      </p:sp>
      <p:sp>
        <p:nvSpPr>
          <p:cNvPr id="5" name="Footer Placeholder 4"/>
          <p:cNvSpPr>
            <a:spLocks noGrp="1"/>
          </p:cNvSpPr>
          <p:nvPr>
            <p:ph type="ftr" sz="quarter" idx="3"/>
          </p:nvPr>
        </p:nvSpPr>
        <p:spPr>
          <a:xfrm>
            <a:off x="4165059" y="6357823"/>
            <a:ext cx="3860297" cy="365209"/>
          </a:xfrm>
          <a:prstGeom prst="rect">
            <a:avLst/>
          </a:prstGeom>
        </p:spPr>
        <p:txBody>
          <a:bodyPr vert="horz" lIns="114071" tIns="57036" rIns="114071" bIns="57036" rtlCol="0" anchor="ctr"/>
          <a:lstStyle>
            <a:lvl1pPr algn="ctr">
              <a:defRPr sz="15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6463" y="6357823"/>
            <a:ext cx="2844430" cy="365209"/>
          </a:xfrm>
          <a:prstGeom prst="rect">
            <a:avLst/>
          </a:prstGeom>
        </p:spPr>
        <p:txBody>
          <a:bodyPr vert="horz" lIns="114071" tIns="57036" rIns="114071" bIns="57036" rtlCol="0" anchor="ctr"/>
          <a:lstStyle>
            <a:lvl1pPr algn="r">
              <a:defRPr sz="1500">
                <a:solidFill>
                  <a:schemeClr val="tx1">
                    <a:tint val="75000"/>
                  </a:schemeClr>
                </a:solidFill>
              </a:defRPr>
            </a:lvl1pPr>
          </a:lstStyle>
          <a:p>
            <a:fld id="{22D73BCC-D8D3-4539-ABA0-E1551A2D679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1140714" rtl="0" eaLnBrk="1" latinLnBrk="0" hangingPunct="1">
        <a:spcBef>
          <a:spcPct val="0"/>
        </a:spcBef>
        <a:buNone/>
        <a:defRPr sz="5500" kern="1200">
          <a:solidFill>
            <a:schemeClr val="tx1"/>
          </a:solidFill>
          <a:latin typeface="+mj-lt"/>
          <a:ea typeface="+mj-ea"/>
          <a:cs typeface="+mj-cs"/>
        </a:defRPr>
      </a:lvl1pPr>
    </p:titleStyle>
    <p:bodyStyle>
      <a:lvl1pPr marL="427768" indent="-427768" algn="l" defTabSz="1140714" rtl="0" eaLnBrk="1" latinLnBrk="0" hangingPunct="1">
        <a:spcBef>
          <a:spcPct val="20000"/>
        </a:spcBef>
        <a:buFont typeface="Arial" pitchFamily="34" charset="0"/>
        <a:buChar char="•"/>
        <a:defRPr sz="4000" kern="1200">
          <a:solidFill>
            <a:schemeClr val="tx1"/>
          </a:solidFill>
          <a:latin typeface="+mn-lt"/>
          <a:ea typeface="+mn-ea"/>
          <a:cs typeface="+mn-cs"/>
        </a:defRPr>
      </a:lvl1pPr>
      <a:lvl2pPr marL="926830" indent="-356473" algn="l" defTabSz="1140714" rtl="0" eaLnBrk="1" latinLnBrk="0" hangingPunct="1">
        <a:spcBef>
          <a:spcPct val="20000"/>
        </a:spcBef>
        <a:buFont typeface="Arial" pitchFamily="34" charset="0"/>
        <a:buChar char="–"/>
        <a:defRPr sz="3500" kern="1200">
          <a:solidFill>
            <a:schemeClr val="tx1"/>
          </a:solidFill>
          <a:latin typeface="+mn-lt"/>
          <a:ea typeface="+mn-ea"/>
          <a:cs typeface="+mn-cs"/>
        </a:defRPr>
      </a:lvl2pPr>
      <a:lvl3pPr marL="1425893" indent="-285179" algn="l" defTabSz="1140714" rtl="0" eaLnBrk="1" latinLnBrk="0" hangingPunct="1">
        <a:spcBef>
          <a:spcPct val="20000"/>
        </a:spcBef>
        <a:buFont typeface="Arial" pitchFamily="34" charset="0"/>
        <a:buChar char="•"/>
        <a:defRPr sz="3000" kern="1200">
          <a:solidFill>
            <a:schemeClr val="tx1"/>
          </a:solidFill>
          <a:latin typeface="+mn-lt"/>
          <a:ea typeface="+mn-ea"/>
          <a:cs typeface="+mn-cs"/>
        </a:defRPr>
      </a:lvl3pPr>
      <a:lvl4pPr marL="1996250" indent="-285179" algn="l" defTabSz="1140714" rtl="0" eaLnBrk="1" latinLnBrk="0" hangingPunct="1">
        <a:spcBef>
          <a:spcPct val="20000"/>
        </a:spcBef>
        <a:buFont typeface="Arial" pitchFamily="34" charset="0"/>
        <a:buChar char="–"/>
        <a:defRPr sz="2500" kern="1200">
          <a:solidFill>
            <a:schemeClr val="tx1"/>
          </a:solidFill>
          <a:latin typeface="+mn-lt"/>
          <a:ea typeface="+mn-ea"/>
          <a:cs typeface="+mn-cs"/>
        </a:defRPr>
      </a:lvl4pPr>
      <a:lvl5pPr marL="2566607" indent="-285179" algn="l" defTabSz="1140714" rtl="0" eaLnBrk="1" latinLnBrk="0" hangingPunct="1">
        <a:spcBef>
          <a:spcPct val="20000"/>
        </a:spcBef>
        <a:buFont typeface="Arial" pitchFamily="34" charset="0"/>
        <a:buChar char="»"/>
        <a:defRPr sz="2500" kern="1200">
          <a:solidFill>
            <a:schemeClr val="tx1"/>
          </a:solidFill>
          <a:latin typeface="+mn-lt"/>
          <a:ea typeface="+mn-ea"/>
          <a:cs typeface="+mn-cs"/>
        </a:defRPr>
      </a:lvl5pPr>
      <a:lvl6pPr marL="3136964" indent="-285179" algn="l" defTabSz="1140714" rtl="0" eaLnBrk="1" latinLnBrk="0" hangingPunct="1">
        <a:spcBef>
          <a:spcPct val="20000"/>
        </a:spcBef>
        <a:buFont typeface="Arial" pitchFamily="34" charset="0"/>
        <a:buChar char="•"/>
        <a:defRPr sz="2500" kern="1200">
          <a:solidFill>
            <a:schemeClr val="tx1"/>
          </a:solidFill>
          <a:latin typeface="+mn-lt"/>
          <a:ea typeface="+mn-ea"/>
          <a:cs typeface="+mn-cs"/>
        </a:defRPr>
      </a:lvl6pPr>
      <a:lvl7pPr marL="3707321" indent="-285179" algn="l" defTabSz="1140714" rtl="0" eaLnBrk="1" latinLnBrk="0" hangingPunct="1">
        <a:spcBef>
          <a:spcPct val="20000"/>
        </a:spcBef>
        <a:buFont typeface="Arial" pitchFamily="34" charset="0"/>
        <a:buChar char="•"/>
        <a:defRPr sz="2500" kern="1200">
          <a:solidFill>
            <a:schemeClr val="tx1"/>
          </a:solidFill>
          <a:latin typeface="+mn-lt"/>
          <a:ea typeface="+mn-ea"/>
          <a:cs typeface="+mn-cs"/>
        </a:defRPr>
      </a:lvl7pPr>
      <a:lvl8pPr marL="4277678" indent="-285179" algn="l" defTabSz="1140714" rtl="0" eaLnBrk="1" latinLnBrk="0" hangingPunct="1">
        <a:spcBef>
          <a:spcPct val="20000"/>
        </a:spcBef>
        <a:buFont typeface="Arial" pitchFamily="34" charset="0"/>
        <a:buChar char="•"/>
        <a:defRPr sz="2500" kern="1200">
          <a:solidFill>
            <a:schemeClr val="tx1"/>
          </a:solidFill>
          <a:latin typeface="+mn-lt"/>
          <a:ea typeface="+mn-ea"/>
          <a:cs typeface="+mn-cs"/>
        </a:defRPr>
      </a:lvl8pPr>
      <a:lvl9pPr marL="4848035" indent="-285179" algn="l" defTabSz="1140714" rtl="0" eaLnBrk="1" latinLnBrk="0" hangingPunct="1">
        <a:spcBef>
          <a:spcPct val="20000"/>
        </a:spcBef>
        <a:buFont typeface="Arial" pitchFamily="34" charset="0"/>
        <a:buChar char="•"/>
        <a:defRPr sz="2500" kern="1200">
          <a:solidFill>
            <a:schemeClr val="tx1"/>
          </a:solidFill>
          <a:latin typeface="+mn-lt"/>
          <a:ea typeface="+mn-ea"/>
          <a:cs typeface="+mn-cs"/>
        </a:defRPr>
      </a:lvl9pPr>
    </p:bodyStyle>
    <p:otherStyle>
      <a:defPPr>
        <a:defRPr lang="en-US"/>
      </a:defPPr>
      <a:lvl1pPr marL="0" algn="l" defTabSz="1140714" rtl="0" eaLnBrk="1" latinLnBrk="0" hangingPunct="1">
        <a:defRPr sz="2200" kern="1200">
          <a:solidFill>
            <a:schemeClr val="tx1"/>
          </a:solidFill>
          <a:latin typeface="+mn-lt"/>
          <a:ea typeface="+mn-ea"/>
          <a:cs typeface="+mn-cs"/>
        </a:defRPr>
      </a:lvl1pPr>
      <a:lvl2pPr marL="570357" algn="l" defTabSz="1140714" rtl="0" eaLnBrk="1" latinLnBrk="0" hangingPunct="1">
        <a:defRPr sz="2200" kern="1200">
          <a:solidFill>
            <a:schemeClr val="tx1"/>
          </a:solidFill>
          <a:latin typeface="+mn-lt"/>
          <a:ea typeface="+mn-ea"/>
          <a:cs typeface="+mn-cs"/>
        </a:defRPr>
      </a:lvl2pPr>
      <a:lvl3pPr marL="1140714" algn="l" defTabSz="1140714" rtl="0" eaLnBrk="1" latinLnBrk="0" hangingPunct="1">
        <a:defRPr sz="2200" kern="1200">
          <a:solidFill>
            <a:schemeClr val="tx1"/>
          </a:solidFill>
          <a:latin typeface="+mn-lt"/>
          <a:ea typeface="+mn-ea"/>
          <a:cs typeface="+mn-cs"/>
        </a:defRPr>
      </a:lvl3pPr>
      <a:lvl4pPr marL="1711071" algn="l" defTabSz="1140714" rtl="0" eaLnBrk="1" latinLnBrk="0" hangingPunct="1">
        <a:defRPr sz="2200" kern="1200">
          <a:solidFill>
            <a:schemeClr val="tx1"/>
          </a:solidFill>
          <a:latin typeface="+mn-lt"/>
          <a:ea typeface="+mn-ea"/>
          <a:cs typeface="+mn-cs"/>
        </a:defRPr>
      </a:lvl4pPr>
      <a:lvl5pPr marL="2281428" algn="l" defTabSz="1140714" rtl="0" eaLnBrk="1" latinLnBrk="0" hangingPunct="1">
        <a:defRPr sz="2200" kern="1200">
          <a:solidFill>
            <a:schemeClr val="tx1"/>
          </a:solidFill>
          <a:latin typeface="+mn-lt"/>
          <a:ea typeface="+mn-ea"/>
          <a:cs typeface="+mn-cs"/>
        </a:defRPr>
      </a:lvl5pPr>
      <a:lvl6pPr marL="2851785" algn="l" defTabSz="1140714" rtl="0" eaLnBrk="1" latinLnBrk="0" hangingPunct="1">
        <a:defRPr sz="2200" kern="1200">
          <a:solidFill>
            <a:schemeClr val="tx1"/>
          </a:solidFill>
          <a:latin typeface="+mn-lt"/>
          <a:ea typeface="+mn-ea"/>
          <a:cs typeface="+mn-cs"/>
        </a:defRPr>
      </a:lvl6pPr>
      <a:lvl7pPr marL="3422142" algn="l" defTabSz="1140714" rtl="0" eaLnBrk="1" latinLnBrk="0" hangingPunct="1">
        <a:defRPr sz="2200" kern="1200">
          <a:solidFill>
            <a:schemeClr val="tx1"/>
          </a:solidFill>
          <a:latin typeface="+mn-lt"/>
          <a:ea typeface="+mn-ea"/>
          <a:cs typeface="+mn-cs"/>
        </a:defRPr>
      </a:lvl7pPr>
      <a:lvl8pPr marL="3992499" algn="l" defTabSz="1140714" rtl="0" eaLnBrk="1" latinLnBrk="0" hangingPunct="1">
        <a:defRPr sz="2200" kern="1200">
          <a:solidFill>
            <a:schemeClr val="tx1"/>
          </a:solidFill>
          <a:latin typeface="+mn-lt"/>
          <a:ea typeface="+mn-ea"/>
          <a:cs typeface="+mn-cs"/>
        </a:defRPr>
      </a:lvl8pPr>
      <a:lvl9pPr marL="4562856" algn="l" defTabSz="1140714" rtl="0" eaLnBrk="1" latinLnBrk="0" hangingPunct="1">
        <a:defRPr sz="2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14247" y="2572339"/>
            <a:ext cx="8533289" cy="1753006"/>
          </a:xfrm>
        </p:spPr>
        <p:txBody>
          <a:bodyPr>
            <a:normAutofit fontScale="92500" lnSpcReduction="20000"/>
          </a:bodyPr>
          <a:lstStyle/>
          <a:p>
            <a:r>
              <a:rPr lang="en-IN" sz="4400" b="1" dirty="0" smtClean="0"/>
              <a:t>AN EFFICIENT VOTE CASTING SYSTEM WITH AADHAR VERIFICATION THROUGH </a:t>
            </a:r>
            <a:endParaRPr lang="en-US" sz="4400" dirty="0">
              <a:solidFill>
                <a:schemeClr val="tx2"/>
              </a:solidFill>
              <a:latin typeface="Times New Roman" pitchFamily="18" charset="0"/>
              <a:cs typeface="Times New Roman" pitchFamily="18" charset="0"/>
            </a:endParaRPr>
          </a:p>
        </p:txBody>
      </p:sp>
      <p:cxnSp>
        <p:nvCxnSpPr>
          <p:cNvPr id="7" name="Straight Connector 6"/>
          <p:cNvCxnSpPr/>
          <p:nvPr/>
        </p:nvCxnSpPr>
        <p:spPr>
          <a:xfrm>
            <a:off x="1333295" y="1643431"/>
            <a:ext cx="9619066" cy="1589"/>
          </a:xfrm>
          <a:prstGeom prst="line">
            <a:avLst/>
          </a:prstGeom>
          <a:ln w="127000">
            <a:solidFill>
              <a:schemeClr val="accent6"/>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21" y="71438"/>
            <a:ext cx="10971372" cy="1143265"/>
          </a:xfrm>
        </p:spPr>
        <p:txBody>
          <a:bodyPr/>
          <a:lstStyle/>
          <a:p>
            <a:r>
              <a:rPr lang="en-US" spc="-6" dirty="0">
                <a:latin typeface="Times New Roman" pitchFamily="18" charset="0"/>
                <a:cs typeface="Times New Roman" pitchFamily="18" charset="0"/>
              </a:rPr>
              <a:t>Problem</a:t>
            </a:r>
            <a:r>
              <a:rPr lang="en-US" spc="-19" dirty="0">
                <a:latin typeface="Times New Roman" pitchFamily="18" charset="0"/>
                <a:cs typeface="Times New Roman" pitchFamily="18" charset="0"/>
              </a:rPr>
              <a:t> </a:t>
            </a:r>
            <a:r>
              <a:rPr lang="en-US" spc="-6" dirty="0">
                <a:latin typeface="Times New Roman" pitchFamily="18" charset="0"/>
                <a:cs typeface="Times New Roman" pitchFamily="18" charset="0"/>
              </a:rPr>
              <a:t>Statement</a:t>
            </a:r>
            <a:endParaRPr lang="en-US" dirty="0">
              <a:latin typeface="Times New Roman" pitchFamily="18" charset="0"/>
              <a:cs typeface="Times New Roman" pitchFamily="18" charset="0"/>
            </a:endParaRPr>
          </a:p>
        </p:txBody>
      </p:sp>
      <p:cxnSp>
        <p:nvCxnSpPr>
          <p:cNvPr id="5" name="Straight Connector 4"/>
          <p:cNvCxnSpPr/>
          <p:nvPr/>
        </p:nvCxnSpPr>
        <p:spPr>
          <a:xfrm>
            <a:off x="1333295" y="1213114"/>
            <a:ext cx="9619066" cy="1589"/>
          </a:xfrm>
          <a:prstGeom prst="line">
            <a:avLst/>
          </a:prstGeom>
          <a:ln w="127000">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object 3"/>
          <p:cNvSpPr txBox="1"/>
          <p:nvPr/>
        </p:nvSpPr>
        <p:spPr>
          <a:xfrm>
            <a:off x="952340" y="1341562"/>
            <a:ext cx="10643592" cy="5086804"/>
          </a:xfrm>
          <a:prstGeom prst="rect">
            <a:avLst/>
          </a:prstGeom>
        </p:spPr>
        <p:txBody>
          <a:bodyPr vert="horz" wrap="square" lIns="0" tIns="160809" rIns="0" bIns="0" rtlCol="0">
            <a:spAutoFit/>
          </a:bodyPr>
          <a:lstStyle/>
          <a:p>
            <a:pPr marL="43569" algn="just">
              <a:spcBef>
                <a:spcPts val="1266"/>
              </a:spcBef>
            </a:pPr>
            <a:r>
              <a:rPr sz="2000" b="1" spc="-6" dirty="0">
                <a:latin typeface="Times New Roman" pitchFamily="18" charset="0"/>
                <a:cs typeface="Times New Roman" pitchFamily="18" charset="0"/>
              </a:rPr>
              <a:t>Problem</a:t>
            </a:r>
            <a:r>
              <a:rPr sz="2000" b="1" spc="-12" dirty="0">
                <a:latin typeface="Times New Roman" pitchFamily="18" charset="0"/>
                <a:cs typeface="Times New Roman" pitchFamily="18" charset="0"/>
              </a:rPr>
              <a:t> </a:t>
            </a:r>
            <a:r>
              <a:rPr sz="2000" b="1" dirty="0" smtClean="0">
                <a:latin typeface="Times New Roman" pitchFamily="18" charset="0"/>
                <a:cs typeface="Times New Roman" pitchFamily="18" charset="0"/>
              </a:rPr>
              <a:t>Statement</a:t>
            </a:r>
            <a:endParaRPr lang="en-US" sz="2000" b="1" dirty="0" smtClean="0">
              <a:latin typeface="Times New Roman" pitchFamily="18" charset="0"/>
              <a:cs typeface="Times New Roman" pitchFamily="18" charset="0"/>
            </a:endParaRPr>
          </a:p>
          <a:p>
            <a:r>
              <a:rPr lang="en-US" sz="2000" b="1"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Traditional voting systems often face challenges such as </a:t>
            </a:r>
            <a:r>
              <a:rPr lang="en-US" sz="2000" b="1" dirty="0" smtClean="0">
                <a:latin typeface="Times New Roman" pitchFamily="18" charset="0"/>
                <a:cs typeface="Times New Roman" pitchFamily="18" charset="0"/>
              </a:rPr>
              <a:t>voter fraud, impersonation, booth capturing</a:t>
            </a:r>
            <a:r>
              <a:rPr lang="en-US" sz="2000" dirty="0" smtClean="0">
                <a:latin typeface="Times New Roman" pitchFamily="18" charset="0"/>
                <a:cs typeface="Times New Roman" pitchFamily="18" charset="0"/>
              </a:rPr>
              <a:t>, and </a:t>
            </a:r>
            <a:r>
              <a:rPr lang="en-US" sz="2000" b="1" dirty="0" smtClean="0">
                <a:latin typeface="Times New Roman" pitchFamily="18" charset="0"/>
                <a:cs typeface="Times New Roman" pitchFamily="18" charset="0"/>
              </a:rPr>
              <a:t>lack of transparency</a:t>
            </a:r>
            <a:r>
              <a:rPr lang="en-US" sz="2000" dirty="0" smtClean="0">
                <a:latin typeface="Times New Roman" pitchFamily="18" charset="0"/>
                <a:cs typeface="Times New Roman" pitchFamily="18" charset="0"/>
              </a:rPr>
              <a:t>. Manual verification processes are time-consuming and error-prone. Additionally, centralized databases used for voter records are </a:t>
            </a:r>
            <a:r>
              <a:rPr lang="en-US" sz="2000" b="1" dirty="0" smtClean="0">
                <a:latin typeface="Times New Roman" pitchFamily="18" charset="0"/>
                <a:cs typeface="Times New Roman" pitchFamily="18" charset="0"/>
              </a:rPr>
              <a:t>vulnerable to tampering and </a:t>
            </a:r>
            <a:r>
              <a:rPr lang="en-US" sz="2000" b="1" dirty="0" err="1" smtClean="0">
                <a:latin typeface="Times New Roman" pitchFamily="18" charset="0"/>
                <a:cs typeface="Times New Roman" pitchFamily="18" charset="0"/>
              </a:rPr>
              <a:t>cyberattacks</a:t>
            </a:r>
            <a:r>
              <a:rPr lang="en-US" sz="2000" dirty="0" smtClean="0">
                <a:latin typeface="Times New Roman" pitchFamily="18" charset="0"/>
                <a:cs typeface="Times New Roman" pitchFamily="18" charset="0"/>
              </a:rPr>
              <a:t>. There is a strong need for a </a:t>
            </a:r>
            <a:r>
              <a:rPr lang="en-US" sz="2000" b="1" dirty="0" smtClean="0">
                <a:latin typeface="Times New Roman" pitchFamily="18" charset="0"/>
                <a:cs typeface="Times New Roman" pitchFamily="18" charset="0"/>
              </a:rPr>
              <a:t>secure, transparent, and verifiable</a:t>
            </a:r>
            <a:r>
              <a:rPr lang="en-US" sz="2000" dirty="0" smtClean="0">
                <a:latin typeface="Times New Roman" pitchFamily="18" charset="0"/>
                <a:cs typeface="Times New Roman" pitchFamily="18" charset="0"/>
              </a:rPr>
              <a:t> digital voting solution that can </a:t>
            </a:r>
            <a:r>
              <a:rPr lang="en-US" sz="2000" b="1" dirty="0" smtClean="0">
                <a:latin typeface="Times New Roman" pitchFamily="18" charset="0"/>
                <a:cs typeface="Times New Roman" pitchFamily="18" charset="0"/>
              </a:rPr>
              <a:t>authenticate voters reliably using </a:t>
            </a:r>
            <a:r>
              <a:rPr lang="en-US" sz="2000" b="1" dirty="0" err="1" smtClean="0">
                <a:latin typeface="Times New Roman" pitchFamily="18" charset="0"/>
                <a:cs typeface="Times New Roman" pitchFamily="18" charset="0"/>
              </a:rPr>
              <a:t>Aadhaar</a:t>
            </a:r>
            <a:r>
              <a:rPr lang="en-US" sz="2000" dirty="0" smtClean="0">
                <a:latin typeface="Times New Roman" pitchFamily="18" charset="0"/>
                <a:cs typeface="Times New Roman" pitchFamily="18" charset="0"/>
              </a:rPr>
              <a:t> and ensure </a:t>
            </a:r>
            <a:r>
              <a:rPr lang="en-US" sz="2000" b="1" dirty="0" smtClean="0">
                <a:latin typeface="Times New Roman" pitchFamily="18" charset="0"/>
                <a:cs typeface="Times New Roman" pitchFamily="18" charset="0"/>
              </a:rPr>
              <a:t>data integrity through </a:t>
            </a:r>
            <a:r>
              <a:rPr lang="en-US" sz="2000" b="1" dirty="0" err="1" smtClean="0">
                <a:latin typeface="Times New Roman" pitchFamily="18" charset="0"/>
                <a:cs typeface="Times New Roman" pitchFamily="18" charset="0"/>
              </a:rPr>
              <a:t>blockchain</a:t>
            </a:r>
            <a:r>
              <a:rPr lang="en-US" sz="2000" b="1" dirty="0" smtClean="0">
                <a:latin typeface="Times New Roman" pitchFamily="18" charset="0"/>
                <a:cs typeface="Times New Roman" pitchFamily="18" charset="0"/>
              </a:rPr>
              <a:t> technology</a:t>
            </a:r>
            <a:r>
              <a:rPr lang="en-US" sz="2000" dirty="0" smtClean="0">
                <a:latin typeface="Times New Roman" pitchFamily="18" charset="0"/>
                <a:cs typeface="Times New Roman" pitchFamily="18" charset="0"/>
              </a:rPr>
              <a:t>.</a:t>
            </a:r>
          </a:p>
          <a:p>
            <a:endParaRPr lang="en-US" sz="2000" dirty="0" smtClean="0">
              <a:latin typeface="Times New Roman" pitchFamily="18" charset="0"/>
              <a:cs typeface="Times New Roman" pitchFamily="18" charset="0"/>
            </a:endParaRPr>
          </a:p>
          <a:p>
            <a:pPr marL="43569" algn="just"/>
            <a:r>
              <a:rPr sz="2000" b="1" spc="-6" dirty="0" smtClean="0">
                <a:latin typeface="Times New Roman"/>
                <a:cs typeface="Times New Roman"/>
              </a:rPr>
              <a:t>Problem</a:t>
            </a:r>
            <a:r>
              <a:rPr sz="2000" b="1" dirty="0" smtClean="0">
                <a:latin typeface="Times New Roman"/>
                <a:cs typeface="Times New Roman"/>
              </a:rPr>
              <a:t> </a:t>
            </a:r>
            <a:r>
              <a:rPr sz="2000" b="1" spc="-6" dirty="0">
                <a:latin typeface="Times New Roman"/>
                <a:cs typeface="Times New Roman"/>
              </a:rPr>
              <a:t>Description</a:t>
            </a:r>
            <a:endParaRPr lang="en-US" sz="2000" b="1" dirty="0">
              <a:latin typeface="Times New Roman"/>
              <a:cs typeface="Times New Roman"/>
            </a:endParaRPr>
          </a:p>
          <a:p>
            <a:r>
              <a:rPr lang="en-US" sz="2000" dirty="0" smtClean="0"/>
              <a:t>	</a:t>
            </a:r>
            <a:r>
              <a:rPr lang="en-US" sz="2000" dirty="0" smtClean="0">
                <a:latin typeface="Times New Roman" pitchFamily="18" charset="0"/>
                <a:cs typeface="Times New Roman" pitchFamily="18" charset="0"/>
              </a:rPr>
              <a:t>India’s voting process, while democratic, often suffers from inefficiencies such as </a:t>
            </a:r>
            <a:r>
              <a:rPr lang="en-US" sz="2000" b="1" dirty="0" smtClean="0">
                <a:latin typeface="Times New Roman" pitchFamily="18" charset="0"/>
                <a:cs typeface="Times New Roman" pitchFamily="18" charset="0"/>
              </a:rPr>
              <a:t>duplicate voting, voter impersonation, and delayed results</a:t>
            </a:r>
            <a:r>
              <a:rPr lang="en-US" sz="2000" dirty="0" smtClean="0">
                <a:latin typeface="Times New Roman" pitchFamily="18" charset="0"/>
                <a:cs typeface="Times New Roman" pitchFamily="18" charset="0"/>
              </a:rPr>
              <a:t>. Current electronic systems lack </a:t>
            </a:r>
            <a:r>
              <a:rPr lang="en-US" sz="2000" b="1" dirty="0" smtClean="0">
                <a:latin typeface="Times New Roman" pitchFamily="18" charset="0"/>
                <a:cs typeface="Times New Roman" pitchFamily="18" charset="0"/>
              </a:rPr>
              <a:t>end-to-end transparency and verifiability</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Aadhaar</a:t>
            </a:r>
            <a:r>
              <a:rPr lang="en-US" sz="2000" dirty="0" smtClean="0">
                <a:latin typeface="Times New Roman" pitchFamily="18" charset="0"/>
                <a:cs typeface="Times New Roman" pitchFamily="18" charset="0"/>
              </a:rPr>
              <a:t>, being a widely used digital identity, offers a strong base for authentication but is </a:t>
            </a:r>
            <a:r>
              <a:rPr lang="en-US" sz="2000" b="1" dirty="0" smtClean="0">
                <a:latin typeface="Times New Roman" pitchFamily="18" charset="0"/>
                <a:cs typeface="Times New Roman" pitchFamily="18" charset="0"/>
              </a:rPr>
              <a:t>not yet integrated with secure voting platforms</a:t>
            </a:r>
            <a:r>
              <a:rPr lang="en-US" sz="2000" dirty="0" smtClean="0">
                <a:latin typeface="Times New Roman" pitchFamily="18" charset="0"/>
                <a:cs typeface="Times New Roman" pitchFamily="18" charset="0"/>
              </a:rPr>
              <a:t>. Without a tamper-proof and decentralized system, </a:t>
            </a:r>
            <a:r>
              <a:rPr lang="en-US" sz="2000" b="1" dirty="0" smtClean="0">
                <a:latin typeface="Times New Roman" pitchFamily="18" charset="0"/>
                <a:cs typeface="Times New Roman" pitchFamily="18" charset="0"/>
              </a:rPr>
              <a:t>data breaches and trust issues persist</a:t>
            </a:r>
            <a:r>
              <a:rPr lang="en-US" sz="2000" dirty="0" smtClean="0">
                <a:latin typeface="Times New Roman" pitchFamily="18" charset="0"/>
                <a:cs typeface="Times New Roman" pitchFamily="18" charset="0"/>
              </a:rPr>
              <a:t>. A solution is required that combines </a:t>
            </a:r>
            <a:r>
              <a:rPr lang="en-US" sz="2000" b="1" dirty="0" err="1" smtClean="0">
                <a:latin typeface="Times New Roman" pitchFamily="18" charset="0"/>
                <a:cs typeface="Times New Roman" pitchFamily="18" charset="0"/>
              </a:rPr>
              <a:t>Aadhaar</a:t>
            </a:r>
            <a:r>
              <a:rPr lang="en-US" sz="2000" b="1" dirty="0" smtClean="0">
                <a:latin typeface="Times New Roman" pitchFamily="18" charset="0"/>
                <a:cs typeface="Times New Roman" pitchFamily="18" charset="0"/>
              </a:rPr>
              <a:t>-based identity verification</a:t>
            </a:r>
            <a:r>
              <a:rPr lang="en-US" sz="2000" dirty="0" smtClean="0">
                <a:latin typeface="Times New Roman" pitchFamily="18" charset="0"/>
                <a:cs typeface="Times New Roman" pitchFamily="18" charset="0"/>
              </a:rPr>
              <a:t> with the </a:t>
            </a:r>
            <a:r>
              <a:rPr lang="en-US" sz="2000" b="1" dirty="0" smtClean="0">
                <a:latin typeface="Times New Roman" pitchFamily="18" charset="0"/>
                <a:cs typeface="Times New Roman" pitchFamily="18" charset="0"/>
              </a:rPr>
              <a:t>immutability and transparency</a:t>
            </a:r>
            <a:r>
              <a:rPr lang="en-US" sz="2000" dirty="0" smtClean="0">
                <a:latin typeface="Times New Roman" pitchFamily="18" charset="0"/>
                <a:cs typeface="Times New Roman" pitchFamily="18" charset="0"/>
              </a:rPr>
              <a:t> of </a:t>
            </a:r>
            <a:r>
              <a:rPr lang="en-US" sz="2000" dirty="0" err="1" smtClean="0">
                <a:latin typeface="Times New Roman" pitchFamily="18" charset="0"/>
                <a:cs typeface="Times New Roman" pitchFamily="18" charset="0"/>
              </a:rPr>
              <a:t>blockchain</a:t>
            </a:r>
            <a:r>
              <a:rPr lang="en-US" sz="2000" dirty="0" smtClean="0">
                <a:latin typeface="Times New Roman" pitchFamily="18" charset="0"/>
                <a:cs typeface="Times New Roman" pitchFamily="18" charset="0"/>
              </a:rPr>
              <a:t> to ensure a fair, secure, and efficient election process.</a:t>
            </a:r>
            <a:endParaRPr lang="en-US" sz="2000" dirty="0">
              <a:latin typeface="Times New Roman" pitchFamily="18" charset="0"/>
              <a:cs typeface="Times New Roman" pitchFamily="18"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333295" y="1213114"/>
            <a:ext cx="9619066" cy="1589"/>
          </a:xfrm>
          <a:prstGeom prst="line">
            <a:avLst/>
          </a:prstGeom>
          <a:ln w="127000">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object 2"/>
          <p:cNvSpPr txBox="1">
            <a:spLocks noGrp="1"/>
          </p:cNvSpPr>
          <p:nvPr>
            <p:ph type="title"/>
          </p:nvPr>
        </p:nvSpPr>
        <p:spPr>
          <a:xfrm>
            <a:off x="609521" y="143646"/>
            <a:ext cx="10971372" cy="1143265"/>
          </a:xfrm>
        </p:spPr>
        <p:txBody>
          <a:bodyPr>
            <a:normAutofit/>
          </a:bodyPr>
          <a:lstStyle/>
          <a:p>
            <a:pPr algn="l"/>
            <a:r>
              <a:rPr lang="en-US" sz="4400" dirty="0" smtClean="0">
                <a:latin typeface="Times New Roman" pitchFamily="18" charset="0"/>
                <a:cs typeface="Times New Roman" pitchFamily="18" charset="0"/>
              </a:rPr>
              <a:t>	Abstract</a:t>
            </a:r>
            <a:endParaRPr lang="en-US" sz="4400" dirty="0">
              <a:latin typeface="Times New Roman" pitchFamily="18" charset="0"/>
              <a:cs typeface="Times New Roman" pitchFamily="18" charset="0"/>
            </a:endParaRPr>
          </a:p>
        </p:txBody>
      </p:sp>
      <p:sp>
        <p:nvSpPr>
          <p:cNvPr id="7" name="Rectangle 3"/>
          <p:cNvSpPr txBox="1">
            <a:spLocks noChangeArrowheads="1"/>
          </p:cNvSpPr>
          <p:nvPr/>
        </p:nvSpPr>
        <p:spPr bwMode="auto">
          <a:xfrm>
            <a:off x="1270670" y="1799698"/>
            <a:ext cx="9825196" cy="440120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r>
              <a:rPr lang="en-US" sz="2800" dirty="0" smtClean="0">
                <a:latin typeface="Times New Roman" pitchFamily="18" charset="0"/>
                <a:cs typeface="Times New Roman" pitchFamily="18" charset="0"/>
              </a:rPr>
              <a:t>This project proposes a secure and transparent e-voting system that integrates </a:t>
            </a:r>
            <a:r>
              <a:rPr lang="en-US" sz="2800" b="1" dirty="0" err="1" smtClean="0">
                <a:latin typeface="Times New Roman" pitchFamily="18" charset="0"/>
                <a:cs typeface="Times New Roman" pitchFamily="18" charset="0"/>
              </a:rPr>
              <a:t>Aadhaar</a:t>
            </a:r>
            <a:r>
              <a:rPr lang="en-US" sz="2800" b="1" dirty="0" smtClean="0">
                <a:latin typeface="Times New Roman" pitchFamily="18" charset="0"/>
                <a:cs typeface="Times New Roman" pitchFamily="18" charset="0"/>
              </a:rPr>
              <a:t>-based voter authentication</a:t>
            </a:r>
            <a:r>
              <a:rPr lang="en-US" sz="2800" dirty="0" smtClean="0">
                <a:latin typeface="Times New Roman" pitchFamily="18" charset="0"/>
                <a:cs typeface="Times New Roman" pitchFamily="18" charset="0"/>
              </a:rPr>
              <a:t> with </a:t>
            </a:r>
            <a:r>
              <a:rPr lang="en-US" sz="2800" b="1" dirty="0" err="1" smtClean="0">
                <a:latin typeface="Times New Roman" pitchFamily="18" charset="0"/>
                <a:cs typeface="Times New Roman" pitchFamily="18" charset="0"/>
              </a:rPr>
              <a:t>blockchain</a:t>
            </a:r>
            <a:r>
              <a:rPr lang="en-US" sz="2800" b="1" dirty="0" smtClean="0">
                <a:latin typeface="Times New Roman" pitchFamily="18" charset="0"/>
                <a:cs typeface="Times New Roman" pitchFamily="18" charset="0"/>
              </a:rPr>
              <a:t> technology</a:t>
            </a:r>
            <a:r>
              <a:rPr lang="en-US" sz="2800" dirty="0" smtClean="0">
                <a:latin typeface="Times New Roman" pitchFamily="18" charset="0"/>
                <a:cs typeface="Times New Roman" pitchFamily="18" charset="0"/>
              </a:rPr>
              <a:t> to ensure a tamper-proof and verifiable voting process. By leveraging </a:t>
            </a:r>
            <a:r>
              <a:rPr lang="en-US" sz="2800" dirty="0" err="1" smtClean="0">
                <a:latin typeface="Times New Roman" pitchFamily="18" charset="0"/>
                <a:cs typeface="Times New Roman" pitchFamily="18" charset="0"/>
              </a:rPr>
              <a:t>Aadhaar</a:t>
            </a:r>
            <a:r>
              <a:rPr lang="en-US" sz="2800" dirty="0" smtClean="0">
                <a:latin typeface="Times New Roman" pitchFamily="18" charset="0"/>
                <a:cs typeface="Times New Roman" pitchFamily="18" charset="0"/>
              </a:rPr>
              <a:t> for digital identity verification and </a:t>
            </a:r>
            <a:r>
              <a:rPr lang="en-US" sz="2800" dirty="0" err="1" smtClean="0">
                <a:latin typeface="Times New Roman" pitchFamily="18" charset="0"/>
                <a:cs typeface="Times New Roman" pitchFamily="18" charset="0"/>
              </a:rPr>
              <a:t>blockchain</a:t>
            </a:r>
            <a:r>
              <a:rPr lang="en-US" sz="2800" dirty="0" smtClean="0">
                <a:latin typeface="Times New Roman" pitchFamily="18" charset="0"/>
                <a:cs typeface="Times New Roman" pitchFamily="18" charset="0"/>
              </a:rPr>
              <a:t> for immutable data recording, the system eliminates voter fraud, ensures only eligible voters participate, and maintains transparency throughout the election. Smart contracts automate and enforce voting rules, while decentralization removes reliance on a single authority, thereby enhancing trust, efficiency, and security in the democratic process</a:t>
            </a:r>
            <a:r>
              <a:rPr lang="en-US" sz="2800" dirty="0" smtClean="0"/>
              <a:t>.</a:t>
            </a:r>
            <a:endParaRPr lang="en-US" sz="2800"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333295" y="1213114"/>
            <a:ext cx="9619066" cy="1589"/>
          </a:xfrm>
          <a:prstGeom prst="line">
            <a:avLst/>
          </a:prstGeom>
          <a:ln w="127000">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object 2"/>
          <p:cNvSpPr txBox="1">
            <a:spLocks noGrp="1"/>
          </p:cNvSpPr>
          <p:nvPr>
            <p:ph type="title"/>
          </p:nvPr>
        </p:nvSpPr>
        <p:spPr>
          <a:xfrm>
            <a:off x="3237686" y="119761"/>
            <a:ext cx="5167808" cy="693780"/>
          </a:xfrm>
          <a:prstGeom prst="rect">
            <a:avLst/>
          </a:prstGeom>
        </p:spPr>
        <p:txBody>
          <a:bodyPr vert="horz" wrap="square" lIns="0" tIns="16510" rIns="0" bIns="0" rtlCol="0">
            <a:spAutoFit/>
          </a:bodyPr>
          <a:lstStyle/>
          <a:p>
            <a:pPr marL="12700">
              <a:lnSpc>
                <a:spcPct val="100000"/>
              </a:lnSpc>
              <a:spcBef>
                <a:spcPts val="130"/>
              </a:spcBef>
            </a:pPr>
            <a:r>
              <a:rPr sz="4400" spc="-5" dirty="0">
                <a:latin typeface="Times New Roman" pitchFamily="18" charset="0"/>
                <a:cs typeface="Times New Roman" pitchFamily="18" charset="0"/>
              </a:rPr>
              <a:t>Literature</a:t>
            </a:r>
            <a:r>
              <a:rPr sz="4400" spc="-70" dirty="0">
                <a:latin typeface="Times New Roman" pitchFamily="18" charset="0"/>
                <a:cs typeface="Times New Roman" pitchFamily="18" charset="0"/>
              </a:rPr>
              <a:t> </a:t>
            </a:r>
            <a:r>
              <a:rPr sz="4400" dirty="0">
                <a:latin typeface="Times New Roman" pitchFamily="18" charset="0"/>
                <a:cs typeface="Times New Roman" pitchFamily="18" charset="0"/>
              </a:rPr>
              <a:t>Survey</a:t>
            </a:r>
          </a:p>
        </p:txBody>
      </p:sp>
      <p:sp>
        <p:nvSpPr>
          <p:cNvPr id="8" name="object 6"/>
          <p:cNvSpPr txBox="1">
            <a:spLocks noGrp="1"/>
          </p:cNvSpPr>
          <p:nvPr>
            <p:ph type="sldNum" sz="quarter" idx="4294967295"/>
          </p:nvPr>
        </p:nvSpPr>
        <p:spPr>
          <a:xfrm>
            <a:off x="10987287" y="6458416"/>
            <a:ext cx="323714" cy="179536"/>
          </a:xfrm>
          <a:prstGeom prst="rect">
            <a:avLst/>
          </a:prstGeom>
        </p:spPr>
        <p:txBody>
          <a:bodyPr vert="horz" wrap="square" lIns="0" tIns="0" rIns="0" bIns="0" rtlCol="0">
            <a:spAutoFit/>
          </a:bodyPr>
          <a:lstStyle/>
          <a:p>
            <a:pPr marL="38100">
              <a:lnSpc>
                <a:spcPts val="1425"/>
              </a:lnSpc>
            </a:pPr>
            <a:fld id="{81D60167-4931-47E6-BA6A-407CBD079E47}" type="slidenum">
              <a:rPr spc="-5" dirty="0"/>
              <a:pPr marL="38100">
                <a:lnSpc>
                  <a:spcPts val="1425"/>
                </a:lnSpc>
              </a:pPr>
              <a:t>4</a:t>
            </a:fld>
            <a:endParaRPr spc="-5" dirty="0"/>
          </a:p>
        </p:txBody>
      </p:sp>
      <p:sp>
        <p:nvSpPr>
          <p:cNvPr id="9" name="TextBox 8"/>
          <p:cNvSpPr txBox="1"/>
          <p:nvPr/>
        </p:nvSpPr>
        <p:spPr>
          <a:xfrm>
            <a:off x="1342678" y="1629594"/>
            <a:ext cx="9721080" cy="4216539"/>
          </a:xfrm>
          <a:prstGeom prst="rect">
            <a:avLst/>
          </a:prstGeom>
          <a:noFill/>
        </p:spPr>
        <p:txBody>
          <a:bodyPr wrap="square" rtlCol="0">
            <a:spAutoFit/>
          </a:bodyPr>
          <a:lstStyle/>
          <a:p>
            <a:r>
              <a:rPr lang="en-US" sz="2000" b="1" dirty="0" err="1" smtClean="0">
                <a:latin typeface="Times New Roman" pitchFamily="18" charset="0"/>
                <a:cs typeface="Times New Roman" pitchFamily="18" charset="0"/>
              </a:rPr>
              <a:t>Aadhaar</a:t>
            </a:r>
            <a:r>
              <a:rPr lang="en-US" sz="2000" b="1" dirty="0" smtClean="0">
                <a:latin typeface="Times New Roman" pitchFamily="18" charset="0"/>
                <a:cs typeface="Times New Roman" pitchFamily="18" charset="0"/>
              </a:rPr>
              <a:t>-Based Verification in E-Governance</a:t>
            </a:r>
          </a:p>
          <a:p>
            <a:r>
              <a:rPr lang="en-US" sz="2000" dirty="0" smtClean="0">
                <a:latin typeface="Times New Roman" pitchFamily="18" charset="0"/>
                <a:cs typeface="Times New Roman" pitchFamily="18" charset="0"/>
              </a:rPr>
              <a:t>Studies highlight the success of </a:t>
            </a:r>
            <a:r>
              <a:rPr lang="en-US" sz="2000" dirty="0" err="1" smtClean="0">
                <a:latin typeface="Times New Roman" pitchFamily="18" charset="0"/>
                <a:cs typeface="Times New Roman" pitchFamily="18" charset="0"/>
              </a:rPr>
              <a:t>Aadhaar</a:t>
            </a:r>
            <a:r>
              <a:rPr lang="en-US" sz="2000" dirty="0" smtClean="0">
                <a:latin typeface="Times New Roman" pitchFamily="18" charset="0"/>
                <a:cs typeface="Times New Roman" pitchFamily="18" charset="0"/>
              </a:rPr>
              <a:t> in delivering secure authentication for public services, but its use in voting remains limited due to concerns over privacy and integration.</a:t>
            </a:r>
          </a:p>
          <a:p>
            <a:r>
              <a:rPr lang="en-US" sz="2000" b="1" dirty="0" err="1" smtClean="0">
                <a:latin typeface="Times New Roman" pitchFamily="18" charset="0"/>
                <a:cs typeface="Times New Roman" pitchFamily="18" charset="0"/>
              </a:rPr>
              <a:t>Blockchain</a:t>
            </a:r>
            <a:r>
              <a:rPr lang="en-US" sz="2000" b="1" dirty="0" smtClean="0">
                <a:latin typeface="Times New Roman" pitchFamily="18" charset="0"/>
                <a:cs typeface="Times New Roman" pitchFamily="18" charset="0"/>
              </a:rPr>
              <a:t> for Voting Systems</a:t>
            </a:r>
          </a:p>
          <a:p>
            <a:r>
              <a:rPr lang="en-US" sz="2000" dirty="0" smtClean="0">
                <a:latin typeface="Times New Roman" pitchFamily="18" charset="0"/>
                <a:cs typeface="Times New Roman" pitchFamily="18" charset="0"/>
              </a:rPr>
              <a:t>Research demonstrates that </a:t>
            </a:r>
            <a:r>
              <a:rPr lang="en-US" sz="2000" dirty="0" err="1" smtClean="0">
                <a:latin typeface="Times New Roman" pitchFamily="18" charset="0"/>
                <a:cs typeface="Times New Roman" pitchFamily="18" charset="0"/>
              </a:rPr>
              <a:t>blockchain</a:t>
            </a:r>
            <a:r>
              <a:rPr lang="en-US" sz="2000" dirty="0" smtClean="0">
                <a:latin typeface="Times New Roman" pitchFamily="18" charset="0"/>
                <a:cs typeface="Times New Roman" pitchFamily="18" charset="0"/>
              </a:rPr>
              <a:t> provides </a:t>
            </a:r>
            <a:r>
              <a:rPr lang="en-US" sz="2000" b="1" dirty="0" smtClean="0">
                <a:latin typeface="Times New Roman" pitchFamily="18" charset="0"/>
                <a:cs typeface="Times New Roman" pitchFamily="18" charset="0"/>
              </a:rPr>
              <a:t>immutability</a:t>
            </a: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transparency</a:t>
            </a:r>
            <a:r>
              <a:rPr lang="en-US" sz="2000" dirty="0" smtClean="0">
                <a:latin typeface="Times New Roman" pitchFamily="18" charset="0"/>
                <a:cs typeface="Times New Roman" pitchFamily="18" charset="0"/>
              </a:rPr>
              <a:t>, and </a:t>
            </a:r>
            <a:r>
              <a:rPr lang="en-US" sz="2000" b="1" dirty="0" smtClean="0">
                <a:latin typeface="Times New Roman" pitchFamily="18" charset="0"/>
                <a:cs typeface="Times New Roman" pitchFamily="18" charset="0"/>
              </a:rPr>
              <a:t>security</a:t>
            </a:r>
            <a:r>
              <a:rPr lang="en-US" sz="2000" dirty="0" smtClean="0">
                <a:latin typeface="Times New Roman" pitchFamily="18" charset="0"/>
                <a:cs typeface="Times New Roman" pitchFamily="18" charset="0"/>
              </a:rPr>
              <a:t> in digital voting platforms, preventing tampering and ensuring </a:t>
            </a:r>
            <a:r>
              <a:rPr lang="en-US" sz="2000" dirty="0" err="1" smtClean="0">
                <a:latin typeface="Times New Roman" pitchFamily="18" charset="0"/>
                <a:cs typeface="Times New Roman" pitchFamily="18" charset="0"/>
              </a:rPr>
              <a:t>auditability</a:t>
            </a:r>
            <a:r>
              <a:rPr lang="en-US" sz="2000" dirty="0" smtClean="0">
                <a:latin typeface="Times New Roman" pitchFamily="18" charset="0"/>
                <a:cs typeface="Times New Roman" pitchFamily="18" charset="0"/>
              </a:rPr>
              <a:t>.</a:t>
            </a:r>
          </a:p>
          <a:p>
            <a:r>
              <a:rPr lang="en-US" sz="2000" b="1" dirty="0" smtClean="0">
                <a:latin typeface="Times New Roman" pitchFamily="18" charset="0"/>
                <a:cs typeface="Times New Roman" pitchFamily="18" charset="0"/>
              </a:rPr>
              <a:t>Smart Contracts in E-Voting</a:t>
            </a:r>
          </a:p>
          <a:p>
            <a:r>
              <a:rPr lang="en-US" sz="2000" dirty="0" smtClean="0">
                <a:latin typeface="Times New Roman" pitchFamily="18" charset="0"/>
                <a:cs typeface="Times New Roman" pitchFamily="18" charset="0"/>
              </a:rPr>
              <a:t>Smart contracts have been explored to </a:t>
            </a:r>
            <a:r>
              <a:rPr lang="en-US" sz="2000" b="1" dirty="0" smtClean="0">
                <a:latin typeface="Times New Roman" pitchFamily="18" charset="0"/>
                <a:cs typeface="Times New Roman" pitchFamily="18" charset="0"/>
              </a:rPr>
              <a:t>automate vote validation</a:t>
            </a:r>
            <a:r>
              <a:rPr lang="en-US" sz="2000" dirty="0" smtClean="0">
                <a:latin typeface="Times New Roman" pitchFamily="18" charset="0"/>
                <a:cs typeface="Times New Roman" pitchFamily="18" charset="0"/>
              </a:rPr>
              <a:t>, enforce eligibility criteria, and ensure vote-count accuracy without manual interference</a:t>
            </a:r>
            <a:r>
              <a:rPr lang="en-US" sz="2000" dirty="0" smtClean="0">
                <a:latin typeface="Times New Roman" pitchFamily="18" charset="0"/>
                <a:cs typeface="Times New Roman" pitchFamily="18" charset="0"/>
              </a:rPr>
              <a:t>.</a:t>
            </a:r>
            <a:r>
              <a:rPr lang="en-US" sz="2000" b="1"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Challenges </a:t>
            </a:r>
            <a:r>
              <a:rPr lang="en-US" sz="2000" b="1" dirty="0" smtClean="0">
                <a:latin typeface="Times New Roman" pitchFamily="18" charset="0"/>
                <a:cs typeface="Times New Roman" pitchFamily="18" charset="0"/>
              </a:rPr>
              <a:t>in Traditional Voting</a:t>
            </a:r>
          </a:p>
          <a:p>
            <a:r>
              <a:rPr lang="en-US" sz="2000" dirty="0" smtClean="0">
                <a:latin typeface="Times New Roman" pitchFamily="18" charset="0"/>
                <a:cs typeface="Times New Roman" pitchFamily="18" charset="0"/>
              </a:rPr>
              <a:t>Existing literature points to issues such as </a:t>
            </a:r>
            <a:r>
              <a:rPr lang="en-US" sz="2000" b="1" dirty="0" smtClean="0">
                <a:latin typeface="Times New Roman" pitchFamily="18" charset="0"/>
                <a:cs typeface="Times New Roman" pitchFamily="18" charset="0"/>
              </a:rPr>
              <a:t>fake voting, delayed results</a:t>
            </a:r>
            <a:r>
              <a:rPr lang="en-US" sz="2000" dirty="0" smtClean="0">
                <a:latin typeface="Times New Roman" pitchFamily="18" charset="0"/>
                <a:cs typeface="Times New Roman" pitchFamily="18" charset="0"/>
              </a:rPr>
              <a:t>, and </a:t>
            </a:r>
            <a:r>
              <a:rPr lang="en-US" sz="2000" b="1" dirty="0" smtClean="0">
                <a:latin typeface="Times New Roman" pitchFamily="18" charset="0"/>
                <a:cs typeface="Times New Roman" pitchFamily="18" charset="0"/>
              </a:rPr>
              <a:t>centralized control</a:t>
            </a:r>
            <a:r>
              <a:rPr lang="en-US" sz="2000" dirty="0" smtClean="0">
                <a:latin typeface="Times New Roman" pitchFamily="18" charset="0"/>
                <a:cs typeface="Times New Roman" pitchFamily="18" charset="0"/>
              </a:rPr>
              <a:t>, making the case for decentralized digital voting systems.</a:t>
            </a:r>
          </a:p>
          <a:p>
            <a:endParaRPr lang="en-US" sz="2000" dirty="0">
              <a:latin typeface="Times New Roman" pitchFamily="18" charset="0"/>
              <a:cs typeface="Times New Roman" pitchFamily="18"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a:off x="1333295" y="1213114"/>
            <a:ext cx="9619066" cy="1589"/>
          </a:xfrm>
          <a:prstGeom prst="line">
            <a:avLst/>
          </a:prstGeom>
          <a:ln w="127000">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3880628" y="357960"/>
            <a:ext cx="4286280" cy="769441"/>
          </a:xfrm>
          <a:prstGeom prst="rect">
            <a:avLst/>
          </a:prstGeom>
        </p:spPr>
        <p:txBody>
          <a:bodyPr wrap="square">
            <a:spAutoFit/>
          </a:bodyPr>
          <a:lstStyle/>
          <a:p>
            <a:endParaRPr lang="en-US" sz="4400" b="1" dirty="0" smtClean="0"/>
          </a:p>
        </p:txBody>
      </p:sp>
      <p:sp>
        <p:nvSpPr>
          <p:cNvPr id="5" name="Rectangle 4"/>
          <p:cNvSpPr/>
          <p:nvPr/>
        </p:nvSpPr>
        <p:spPr>
          <a:xfrm>
            <a:off x="766614" y="1629594"/>
            <a:ext cx="11001452" cy="4524315"/>
          </a:xfrm>
          <a:prstGeom prst="rect">
            <a:avLst/>
          </a:prstGeom>
        </p:spPr>
        <p:txBody>
          <a:bodyPr wrap="square">
            <a:spAutoFit/>
          </a:bodyPr>
          <a:lstStyle/>
          <a:p>
            <a:r>
              <a:rPr lang="en-US" sz="2400" b="1" dirty="0" smtClean="0">
                <a:latin typeface="Times New Roman" pitchFamily="18" charset="0"/>
                <a:cs typeface="Times New Roman" pitchFamily="18" charset="0"/>
              </a:rPr>
              <a:t>Electronic Voting Machines (EVMs)</a:t>
            </a:r>
          </a:p>
          <a:p>
            <a:r>
              <a:rPr lang="en-US" sz="2400" dirty="0" smtClean="0">
                <a:latin typeface="Times New Roman" pitchFamily="18" charset="0"/>
                <a:cs typeface="Times New Roman" pitchFamily="18" charset="0"/>
              </a:rPr>
              <a:t>Used widely in elections but are </a:t>
            </a:r>
            <a:r>
              <a:rPr lang="en-US" sz="2400" b="1" dirty="0" smtClean="0">
                <a:latin typeface="Times New Roman" pitchFamily="18" charset="0"/>
                <a:cs typeface="Times New Roman" pitchFamily="18" charset="0"/>
              </a:rPr>
              <a:t>hardware-dependent</a:t>
            </a:r>
            <a:r>
              <a:rPr lang="en-US" sz="2400" dirty="0" smtClean="0">
                <a:latin typeface="Times New Roman" pitchFamily="18" charset="0"/>
                <a:cs typeface="Times New Roman" pitchFamily="18" charset="0"/>
              </a:rPr>
              <a:t>, vulnerable to tampering, and lack voter-verifiable audit trails.</a:t>
            </a:r>
          </a:p>
          <a:p>
            <a:r>
              <a:rPr lang="en-US" sz="2400" b="1" dirty="0" smtClean="0">
                <a:latin typeface="Times New Roman" pitchFamily="18" charset="0"/>
                <a:cs typeface="Times New Roman" pitchFamily="18" charset="0"/>
              </a:rPr>
              <a:t>Online Voting Portals</a:t>
            </a:r>
          </a:p>
          <a:p>
            <a:r>
              <a:rPr lang="en-US" sz="2400" dirty="0" smtClean="0">
                <a:latin typeface="Times New Roman" pitchFamily="18" charset="0"/>
                <a:cs typeface="Times New Roman" pitchFamily="18" charset="0"/>
              </a:rPr>
              <a:t>Some countries use basic online voting systems, but many suffer from </a:t>
            </a:r>
            <a:r>
              <a:rPr lang="en-US" sz="2400" b="1" dirty="0" smtClean="0">
                <a:latin typeface="Times New Roman" pitchFamily="18" charset="0"/>
                <a:cs typeface="Times New Roman" pitchFamily="18" charset="0"/>
              </a:rPr>
              <a:t>weak authentication</a:t>
            </a:r>
            <a:r>
              <a:rPr lang="en-US" sz="24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centralized data storage</a:t>
            </a:r>
            <a:r>
              <a:rPr lang="en-US" sz="2400" dirty="0" smtClean="0">
                <a:latin typeface="Times New Roman" pitchFamily="18" charset="0"/>
                <a:cs typeface="Times New Roman" pitchFamily="18" charset="0"/>
              </a:rPr>
              <a:t>, and </a:t>
            </a:r>
            <a:r>
              <a:rPr lang="en-US" sz="2400" b="1" dirty="0" err="1" smtClean="0">
                <a:latin typeface="Times New Roman" pitchFamily="18" charset="0"/>
                <a:cs typeface="Times New Roman" pitchFamily="18" charset="0"/>
              </a:rPr>
              <a:t>cybersecurity</a:t>
            </a:r>
            <a:r>
              <a:rPr lang="en-US" sz="2400" b="1" dirty="0" smtClean="0">
                <a:latin typeface="Times New Roman" pitchFamily="18" charset="0"/>
                <a:cs typeface="Times New Roman" pitchFamily="18" charset="0"/>
              </a:rPr>
              <a:t> risks</a:t>
            </a:r>
            <a:r>
              <a:rPr lang="en-US" sz="2400" dirty="0" smtClean="0">
                <a:latin typeface="Times New Roman" pitchFamily="18" charset="0"/>
                <a:cs typeface="Times New Roman" pitchFamily="18" charset="0"/>
              </a:rPr>
              <a:t>.</a:t>
            </a:r>
          </a:p>
          <a:p>
            <a:r>
              <a:rPr lang="en-US" sz="2400" b="1" dirty="0" err="1" smtClean="0">
                <a:latin typeface="Times New Roman" pitchFamily="18" charset="0"/>
                <a:cs typeface="Times New Roman" pitchFamily="18" charset="0"/>
              </a:rPr>
              <a:t>Aadhaar</a:t>
            </a:r>
            <a:r>
              <a:rPr lang="en-US" sz="2400" b="1" dirty="0" smtClean="0">
                <a:latin typeface="Times New Roman" pitchFamily="18" charset="0"/>
                <a:cs typeface="Times New Roman" pitchFamily="18" charset="0"/>
              </a:rPr>
              <a:t> for Identity Verification</a:t>
            </a:r>
          </a:p>
          <a:p>
            <a:r>
              <a:rPr lang="en-US" sz="2400" dirty="0" smtClean="0">
                <a:latin typeface="Times New Roman" pitchFamily="18" charset="0"/>
                <a:cs typeface="Times New Roman" pitchFamily="18" charset="0"/>
              </a:rPr>
              <a:t>Used in various services for </a:t>
            </a:r>
            <a:r>
              <a:rPr lang="en-US" sz="2400" b="1" dirty="0" smtClean="0">
                <a:latin typeface="Times New Roman" pitchFamily="18" charset="0"/>
                <a:cs typeface="Times New Roman" pitchFamily="18" charset="0"/>
              </a:rPr>
              <a:t>biometric-based authentication</a:t>
            </a:r>
            <a:r>
              <a:rPr lang="en-US" sz="2400" dirty="0" smtClean="0">
                <a:latin typeface="Times New Roman" pitchFamily="18" charset="0"/>
                <a:cs typeface="Times New Roman" pitchFamily="18" charset="0"/>
              </a:rPr>
              <a:t>, but currently </a:t>
            </a:r>
            <a:r>
              <a:rPr lang="en-US" sz="2400" b="1" dirty="0" smtClean="0">
                <a:latin typeface="Times New Roman" pitchFamily="18" charset="0"/>
                <a:cs typeface="Times New Roman" pitchFamily="18" charset="0"/>
              </a:rPr>
              <a:t>not integrated</a:t>
            </a:r>
            <a:r>
              <a:rPr lang="en-US" sz="2400" dirty="0" smtClean="0">
                <a:latin typeface="Times New Roman" pitchFamily="18" charset="0"/>
                <a:cs typeface="Times New Roman" pitchFamily="18" charset="0"/>
              </a:rPr>
              <a:t> with secure e-voting platforms.</a:t>
            </a:r>
          </a:p>
          <a:p>
            <a:r>
              <a:rPr lang="en-US" sz="2400" b="1" dirty="0" err="1" smtClean="0">
                <a:latin typeface="Times New Roman" pitchFamily="18" charset="0"/>
                <a:cs typeface="Times New Roman" pitchFamily="18" charset="0"/>
              </a:rPr>
              <a:t>Blockchain</a:t>
            </a:r>
            <a:r>
              <a:rPr lang="en-US" sz="2400" b="1" dirty="0" smtClean="0">
                <a:latin typeface="Times New Roman" pitchFamily="18" charset="0"/>
                <a:cs typeface="Times New Roman" pitchFamily="18" charset="0"/>
              </a:rPr>
              <a:t>-Based Prototypes</a:t>
            </a:r>
          </a:p>
          <a:p>
            <a:r>
              <a:rPr lang="en-US" sz="2400" dirty="0" smtClean="0">
                <a:latin typeface="Times New Roman" pitchFamily="18" charset="0"/>
                <a:cs typeface="Times New Roman" pitchFamily="18" charset="0"/>
              </a:rPr>
              <a:t>Initial </a:t>
            </a:r>
            <a:r>
              <a:rPr lang="en-US" sz="2400" dirty="0" err="1" smtClean="0">
                <a:latin typeface="Times New Roman" pitchFamily="18" charset="0"/>
                <a:cs typeface="Times New Roman" pitchFamily="18" charset="0"/>
              </a:rPr>
              <a:t>blockchain</a:t>
            </a:r>
            <a:r>
              <a:rPr lang="en-US" sz="2400" dirty="0" smtClean="0">
                <a:latin typeface="Times New Roman" pitchFamily="18" charset="0"/>
                <a:cs typeface="Times New Roman" pitchFamily="18" charset="0"/>
              </a:rPr>
              <a:t> voting prototypes exist but often </a:t>
            </a:r>
            <a:r>
              <a:rPr lang="en-US" sz="2400" b="1" dirty="0" smtClean="0">
                <a:latin typeface="Times New Roman" pitchFamily="18" charset="0"/>
                <a:cs typeface="Times New Roman" pitchFamily="18" charset="0"/>
              </a:rPr>
              <a:t>lack integration with government-approved identity systems</a:t>
            </a:r>
            <a:r>
              <a:rPr lang="en-US" sz="2400" dirty="0" smtClean="0">
                <a:latin typeface="Times New Roman" pitchFamily="18" charset="0"/>
                <a:cs typeface="Times New Roman" pitchFamily="18" charset="0"/>
              </a:rPr>
              <a:t> like </a:t>
            </a:r>
            <a:r>
              <a:rPr lang="en-US" sz="2400" dirty="0" err="1" smtClean="0">
                <a:latin typeface="Times New Roman" pitchFamily="18" charset="0"/>
                <a:cs typeface="Times New Roman" pitchFamily="18" charset="0"/>
              </a:rPr>
              <a:t>Aadhaar</a:t>
            </a:r>
            <a:r>
              <a:rPr lang="en-US" sz="2400" dirty="0" smtClean="0">
                <a:latin typeface="Times New Roman" pitchFamily="18" charset="0"/>
                <a:cs typeface="Times New Roman" pitchFamily="18" charset="0"/>
              </a:rPr>
              <a:t> in India.</a:t>
            </a:r>
            <a:endParaRPr lang="en-US" sz="2400" dirty="0">
              <a:latin typeface="Times New Roman" pitchFamily="18" charset="0"/>
              <a:cs typeface="Times New Roman" pitchFamily="18" charset="0"/>
            </a:endParaRPr>
          </a:p>
        </p:txBody>
      </p:sp>
      <p:sp>
        <p:nvSpPr>
          <p:cNvPr id="6" name="Rectangle 5"/>
          <p:cNvSpPr/>
          <p:nvPr/>
        </p:nvSpPr>
        <p:spPr>
          <a:xfrm>
            <a:off x="4078982" y="477466"/>
            <a:ext cx="3490699" cy="646331"/>
          </a:xfrm>
          <a:prstGeom prst="rect">
            <a:avLst/>
          </a:prstGeom>
        </p:spPr>
        <p:txBody>
          <a:bodyPr wrap="none">
            <a:spAutoFit/>
          </a:bodyPr>
          <a:lstStyle/>
          <a:p>
            <a:r>
              <a:rPr lang="en-US" sz="3600" spc="-5" dirty="0" smtClean="0">
                <a:latin typeface="Times New Roman" pitchFamily="18" charset="0"/>
                <a:cs typeface="Times New Roman" pitchFamily="18" charset="0"/>
              </a:rPr>
              <a:t>Existing</a:t>
            </a:r>
            <a:r>
              <a:rPr lang="en-US" sz="3600" spc="-80" dirty="0" smtClean="0">
                <a:latin typeface="Times New Roman" pitchFamily="18" charset="0"/>
                <a:cs typeface="Times New Roman" pitchFamily="18" charset="0"/>
              </a:rPr>
              <a:t> </a:t>
            </a:r>
            <a:r>
              <a:rPr lang="en-US" sz="3600" dirty="0" smtClean="0">
                <a:latin typeface="Times New Roman" pitchFamily="18" charset="0"/>
                <a:cs typeface="Times New Roman" pitchFamily="18" charset="0"/>
              </a:rPr>
              <a:t>Systems</a:t>
            </a:r>
            <a:endParaRPr lang="en-US" sz="3600" dirty="0">
              <a:latin typeface="Times New Roman" pitchFamily="18" charset="0"/>
              <a:cs typeface="Times New Roman" pitchFamily="18"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a:off x="1333295" y="1213114"/>
            <a:ext cx="9619066" cy="1589"/>
          </a:xfrm>
          <a:prstGeom prst="line">
            <a:avLst/>
          </a:prstGeom>
          <a:ln w="127000">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4583038" y="333450"/>
            <a:ext cx="2857520" cy="769441"/>
          </a:xfrm>
          <a:prstGeom prst="rect">
            <a:avLst/>
          </a:prstGeom>
        </p:spPr>
        <p:txBody>
          <a:bodyPr wrap="square">
            <a:spAutoFit/>
          </a:bodyPr>
          <a:lstStyle/>
          <a:p>
            <a:pPr algn="ctr"/>
            <a:r>
              <a:rPr lang="en-US" sz="4400" dirty="0" smtClean="0">
                <a:latin typeface="Times New Roman" pitchFamily="18" charset="0"/>
                <a:cs typeface="Times New Roman" pitchFamily="18" charset="0"/>
              </a:rPr>
              <a:t>Limitations</a:t>
            </a:r>
            <a:endParaRPr lang="en-US" sz="4400" dirty="0">
              <a:latin typeface="Times New Roman" pitchFamily="18" charset="0"/>
              <a:cs typeface="Times New Roman" pitchFamily="18" charset="0"/>
            </a:endParaRPr>
          </a:p>
        </p:txBody>
      </p:sp>
      <p:sp>
        <p:nvSpPr>
          <p:cNvPr id="5" name="TextBox 4"/>
          <p:cNvSpPr txBox="1"/>
          <p:nvPr/>
        </p:nvSpPr>
        <p:spPr>
          <a:xfrm>
            <a:off x="766614" y="1557586"/>
            <a:ext cx="10715700" cy="4893647"/>
          </a:xfrm>
          <a:prstGeom prst="rect">
            <a:avLst/>
          </a:prstGeom>
          <a:noFill/>
        </p:spPr>
        <p:txBody>
          <a:bodyPr wrap="square" rtlCol="0">
            <a:spAutoFit/>
          </a:bodyPr>
          <a:lstStyle/>
          <a:p>
            <a:r>
              <a:rPr lang="en-US" sz="2400" b="1" dirty="0" smtClean="0">
                <a:latin typeface="Times New Roman" pitchFamily="18" charset="0"/>
                <a:cs typeface="Times New Roman" pitchFamily="18" charset="0"/>
              </a:rPr>
              <a:t>Centralized Data Vulnerability</a:t>
            </a:r>
          </a:p>
          <a:p>
            <a:r>
              <a:rPr lang="en-US" sz="2400" dirty="0" smtClean="0">
                <a:latin typeface="Times New Roman" pitchFamily="18" charset="0"/>
                <a:cs typeface="Times New Roman" pitchFamily="18" charset="0"/>
              </a:rPr>
              <a:t>Traditional systems store voting data in central servers, increasing the risk of tampering or </a:t>
            </a:r>
            <a:r>
              <a:rPr lang="en-US" sz="2400" dirty="0" err="1" smtClean="0">
                <a:latin typeface="Times New Roman" pitchFamily="18" charset="0"/>
                <a:cs typeface="Times New Roman" pitchFamily="18" charset="0"/>
              </a:rPr>
              <a:t>cyberattacks</a:t>
            </a:r>
            <a:r>
              <a:rPr lang="en-US" sz="2400" dirty="0" smtClean="0">
                <a:latin typeface="Times New Roman" pitchFamily="18" charset="0"/>
                <a:cs typeface="Times New Roman" pitchFamily="18" charset="0"/>
              </a:rPr>
              <a:t>.</a:t>
            </a:r>
          </a:p>
          <a:p>
            <a:r>
              <a:rPr lang="en-US" sz="2400" b="1" dirty="0" smtClean="0">
                <a:latin typeface="Times New Roman" pitchFamily="18" charset="0"/>
                <a:cs typeface="Times New Roman" pitchFamily="18" charset="0"/>
              </a:rPr>
              <a:t>Lack of Voter Transparency</a:t>
            </a:r>
          </a:p>
          <a:p>
            <a:r>
              <a:rPr lang="en-US" sz="2400" dirty="0" smtClean="0">
                <a:latin typeface="Times New Roman" pitchFamily="18" charset="0"/>
                <a:cs typeface="Times New Roman" pitchFamily="18" charset="0"/>
              </a:rPr>
              <a:t>Voters cannot independently verify if their vote was counted or altered, leading to trust issues.</a:t>
            </a:r>
          </a:p>
          <a:p>
            <a:r>
              <a:rPr lang="en-US" sz="2400" b="1" dirty="0" smtClean="0">
                <a:latin typeface="Times New Roman" pitchFamily="18" charset="0"/>
                <a:cs typeface="Times New Roman" pitchFamily="18" charset="0"/>
              </a:rPr>
              <a:t>Identity Fraud</a:t>
            </a:r>
          </a:p>
          <a:p>
            <a:r>
              <a:rPr lang="en-US" sz="2400" dirty="0" smtClean="0">
                <a:latin typeface="Times New Roman" pitchFamily="18" charset="0"/>
                <a:cs typeface="Times New Roman" pitchFamily="18" charset="0"/>
              </a:rPr>
              <a:t>Without strong digital authentication, there is a risk of </a:t>
            </a:r>
            <a:r>
              <a:rPr lang="en-US" sz="2400" b="1" dirty="0" smtClean="0">
                <a:latin typeface="Times New Roman" pitchFamily="18" charset="0"/>
                <a:cs typeface="Times New Roman" pitchFamily="18" charset="0"/>
              </a:rPr>
              <a:t>duplicate or fraudulent voting</a:t>
            </a:r>
            <a:r>
              <a:rPr lang="en-US" sz="2400" dirty="0" smtClean="0">
                <a:latin typeface="Times New Roman" pitchFamily="18" charset="0"/>
                <a:cs typeface="Times New Roman" pitchFamily="18" charset="0"/>
              </a:rPr>
              <a:t>.</a:t>
            </a:r>
          </a:p>
          <a:p>
            <a:r>
              <a:rPr lang="en-US" sz="2400" b="1" dirty="0" smtClean="0">
                <a:latin typeface="Times New Roman" pitchFamily="18" charset="0"/>
                <a:cs typeface="Times New Roman" pitchFamily="18" charset="0"/>
              </a:rPr>
              <a:t>Manual Oversight</a:t>
            </a:r>
          </a:p>
          <a:p>
            <a:r>
              <a:rPr lang="en-US" sz="2400" dirty="0" smtClean="0">
                <a:latin typeface="Times New Roman" pitchFamily="18" charset="0"/>
                <a:cs typeface="Times New Roman" pitchFamily="18" charset="0"/>
              </a:rPr>
              <a:t>Excessive human involvement in vote counting and verification may result in </a:t>
            </a:r>
            <a:r>
              <a:rPr lang="en-US" sz="2400" b="1" dirty="0" smtClean="0">
                <a:latin typeface="Times New Roman" pitchFamily="18" charset="0"/>
                <a:cs typeface="Times New Roman" pitchFamily="18" charset="0"/>
              </a:rPr>
              <a:t>errors or bias</a:t>
            </a:r>
            <a:r>
              <a:rPr lang="en-US" sz="2400" dirty="0" smtClean="0">
                <a:latin typeface="Times New Roman" pitchFamily="18" charset="0"/>
                <a:cs typeface="Times New Roman" pitchFamily="18" charset="0"/>
              </a:rPr>
              <a:t>.</a:t>
            </a:r>
          </a:p>
          <a:p>
            <a:endParaRPr lang="en-US" sz="2400" dirty="0">
              <a:latin typeface="Times New Roman" pitchFamily="18" charset="0"/>
              <a:cs typeface="Times New Roman" pitchFamily="18"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a:off x="1333295" y="1213114"/>
            <a:ext cx="9619066" cy="1589"/>
          </a:xfrm>
          <a:prstGeom prst="line">
            <a:avLst/>
          </a:prstGeom>
          <a:ln w="127000">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1880364" y="302899"/>
            <a:ext cx="9144064" cy="769441"/>
          </a:xfrm>
          <a:prstGeom prst="rect">
            <a:avLst/>
          </a:prstGeom>
        </p:spPr>
        <p:txBody>
          <a:bodyPr wrap="square">
            <a:spAutoFit/>
          </a:bodyPr>
          <a:lstStyle/>
          <a:p>
            <a:pPr algn="ctr"/>
            <a:r>
              <a:rPr lang="en-US" sz="4400" b="1" dirty="0" smtClean="0">
                <a:latin typeface="Times New Roman" pitchFamily="18" charset="0"/>
                <a:cs typeface="Times New Roman" pitchFamily="18" charset="0"/>
              </a:rPr>
              <a:t>Advantages</a:t>
            </a:r>
            <a:endParaRPr lang="en-US" sz="4400" dirty="0">
              <a:latin typeface="Times New Roman" pitchFamily="18" charset="0"/>
              <a:cs typeface="Times New Roman" pitchFamily="18" charset="0"/>
            </a:endParaRPr>
          </a:p>
        </p:txBody>
      </p:sp>
      <p:sp>
        <p:nvSpPr>
          <p:cNvPr id="5" name="TextBox 4"/>
          <p:cNvSpPr txBox="1"/>
          <p:nvPr/>
        </p:nvSpPr>
        <p:spPr>
          <a:xfrm>
            <a:off x="1237422" y="1358092"/>
            <a:ext cx="10215634" cy="4524315"/>
          </a:xfrm>
          <a:prstGeom prst="rect">
            <a:avLst/>
          </a:prstGeom>
          <a:noFill/>
        </p:spPr>
        <p:txBody>
          <a:bodyPr wrap="square" rtlCol="0">
            <a:spAutoFit/>
          </a:bodyPr>
          <a:lstStyle/>
          <a:p>
            <a:r>
              <a:rPr lang="en-US" sz="2400" b="1" dirty="0" smtClean="0">
                <a:latin typeface="Times New Roman" pitchFamily="18" charset="0"/>
                <a:cs typeface="Times New Roman" pitchFamily="18" charset="0"/>
              </a:rPr>
              <a:t>Secure Voter Authentication</a:t>
            </a:r>
          </a:p>
          <a:p>
            <a:r>
              <a:rPr lang="en-US" sz="2400" dirty="0" smtClean="0">
                <a:latin typeface="Times New Roman" pitchFamily="18" charset="0"/>
                <a:cs typeface="Times New Roman" pitchFamily="18" charset="0"/>
              </a:rPr>
              <a:t>Integration with </a:t>
            </a:r>
            <a:r>
              <a:rPr lang="en-US" sz="2400" dirty="0" err="1" smtClean="0">
                <a:latin typeface="Times New Roman" pitchFamily="18" charset="0"/>
                <a:cs typeface="Times New Roman" pitchFamily="18" charset="0"/>
              </a:rPr>
              <a:t>Aadhaar</a:t>
            </a:r>
            <a:r>
              <a:rPr lang="en-US" sz="2400" dirty="0" smtClean="0">
                <a:latin typeface="Times New Roman" pitchFamily="18" charset="0"/>
                <a:cs typeface="Times New Roman" pitchFamily="18" charset="0"/>
              </a:rPr>
              <a:t> ensures </a:t>
            </a:r>
            <a:r>
              <a:rPr lang="en-US" sz="2400" b="1" dirty="0" smtClean="0">
                <a:latin typeface="Times New Roman" pitchFamily="18" charset="0"/>
                <a:cs typeface="Times New Roman" pitchFamily="18" charset="0"/>
              </a:rPr>
              <a:t>biometric-based identity verification</a:t>
            </a:r>
            <a:r>
              <a:rPr lang="en-US" sz="2400" dirty="0" smtClean="0">
                <a:latin typeface="Times New Roman" pitchFamily="18" charset="0"/>
                <a:cs typeface="Times New Roman" pitchFamily="18" charset="0"/>
              </a:rPr>
              <a:t>, preventing impersonation and fake votes.</a:t>
            </a:r>
          </a:p>
          <a:p>
            <a:r>
              <a:rPr lang="en-US" sz="2400" b="1" dirty="0" smtClean="0">
                <a:latin typeface="Times New Roman" pitchFamily="18" charset="0"/>
                <a:cs typeface="Times New Roman" pitchFamily="18" charset="0"/>
              </a:rPr>
              <a:t>Tamper-Proof Voting Records</a:t>
            </a:r>
          </a:p>
          <a:p>
            <a:r>
              <a:rPr lang="en-US" sz="2400" dirty="0" err="1" smtClean="0">
                <a:latin typeface="Times New Roman" pitchFamily="18" charset="0"/>
                <a:cs typeface="Times New Roman" pitchFamily="18" charset="0"/>
              </a:rPr>
              <a:t>Blockchain</a:t>
            </a:r>
            <a:r>
              <a:rPr lang="en-US" sz="2400" dirty="0" smtClean="0">
                <a:latin typeface="Times New Roman" pitchFamily="18" charset="0"/>
                <a:cs typeface="Times New Roman" pitchFamily="18" charset="0"/>
              </a:rPr>
              <a:t> technology provides </a:t>
            </a:r>
            <a:r>
              <a:rPr lang="en-US" sz="2400" b="1" dirty="0" smtClean="0">
                <a:latin typeface="Times New Roman" pitchFamily="18" charset="0"/>
                <a:cs typeface="Times New Roman" pitchFamily="18" charset="0"/>
              </a:rPr>
              <a:t>immutable and transparent</a:t>
            </a:r>
            <a:r>
              <a:rPr lang="en-US" sz="2400" dirty="0" smtClean="0">
                <a:latin typeface="Times New Roman" pitchFamily="18" charset="0"/>
                <a:cs typeface="Times New Roman" pitchFamily="18" charset="0"/>
              </a:rPr>
              <a:t> storage of each vote, ensuring data integrity.</a:t>
            </a:r>
          </a:p>
          <a:p>
            <a:r>
              <a:rPr lang="en-US" sz="2400" b="1" dirty="0" smtClean="0">
                <a:latin typeface="Times New Roman" pitchFamily="18" charset="0"/>
                <a:cs typeface="Times New Roman" pitchFamily="18" charset="0"/>
              </a:rPr>
              <a:t>End-to-End Transparency</a:t>
            </a:r>
          </a:p>
          <a:p>
            <a:r>
              <a:rPr lang="en-US" sz="2400" dirty="0" smtClean="0">
                <a:latin typeface="Times New Roman" pitchFamily="18" charset="0"/>
                <a:cs typeface="Times New Roman" pitchFamily="18" charset="0"/>
              </a:rPr>
              <a:t>Voters and authorities can </a:t>
            </a:r>
            <a:r>
              <a:rPr lang="en-US" sz="2400" b="1" dirty="0" smtClean="0">
                <a:latin typeface="Times New Roman" pitchFamily="18" charset="0"/>
                <a:cs typeface="Times New Roman" pitchFamily="18" charset="0"/>
              </a:rPr>
              <a:t>verify the entire voting process</a:t>
            </a:r>
            <a:r>
              <a:rPr lang="en-US" sz="2400" dirty="0" smtClean="0">
                <a:latin typeface="Times New Roman" pitchFamily="18" charset="0"/>
                <a:cs typeface="Times New Roman" pitchFamily="18" charset="0"/>
              </a:rPr>
              <a:t>, increasing public trust in election outcomes.</a:t>
            </a:r>
          </a:p>
          <a:p>
            <a:r>
              <a:rPr lang="en-US" sz="2400" b="1" dirty="0" smtClean="0">
                <a:latin typeface="Times New Roman" pitchFamily="18" charset="0"/>
                <a:cs typeface="Times New Roman" pitchFamily="18" charset="0"/>
              </a:rPr>
              <a:t>Reduced Human Intervention</a:t>
            </a:r>
          </a:p>
          <a:p>
            <a:r>
              <a:rPr lang="en-US" sz="2400" dirty="0" smtClean="0">
                <a:latin typeface="Times New Roman" pitchFamily="18" charset="0"/>
                <a:cs typeface="Times New Roman" pitchFamily="18" charset="0"/>
              </a:rPr>
              <a:t>Automated smart contracts handle vote validation and counting, minimizing </a:t>
            </a:r>
            <a:r>
              <a:rPr lang="en-US" sz="2400" b="1" dirty="0" smtClean="0">
                <a:latin typeface="Times New Roman" pitchFamily="18" charset="0"/>
                <a:cs typeface="Times New Roman" pitchFamily="18" charset="0"/>
              </a:rPr>
              <a:t>manual errors and bias</a:t>
            </a: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08992" y="286522"/>
            <a:ext cx="7286676" cy="769441"/>
          </a:xfrm>
          <a:prstGeom prst="rect">
            <a:avLst/>
          </a:prstGeom>
        </p:spPr>
        <p:txBody>
          <a:bodyPr wrap="square">
            <a:spAutoFit/>
          </a:bodyPr>
          <a:lstStyle/>
          <a:p>
            <a:r>
              <a:rPr lang="en-US" sz="4400" b="1" dirty="0" smtClean="0">
                <a:latin typeface="Times New Roman" pitchFamily="18" charset="0"/>
                <a:cs typeface="Times New Roman" pitchFamily="18" charset="0"/>
              </a:rPr>
              <a:t>Proposed system/Innovation</a:t>
            </a:r>
            <a:endParaRPr lang="en-US" sz="4400" b="1" dirty="0" smtClean="0">
              <a:latin typeface="Times New Roman" pitchFamily="18" charset="0"/>
              <a:cs typeface="Times New Roman" pitchFamily="18" charset="0"/>
            </a:endParaRPr>
          </a:p>
        </p:txBody>
      </p:sp>
      <p:cxnSp>
        <p:nvCxnSpPr>
          <p:cNvPr id="3" name="Straight Connector 2"/>
          <p:cNvCxnSpPr/>
          <p:nvPr/>
        </p:nvCxnSpPr>
        <p:spPr>
          <a:xfrm>
            <a:off x="1333295" y="1213114"/>
            <a:ext cx="9619066" cy="1589"/>
          </a:xfrm>
          <a:prstGeom prst="line">
            <a:avLst/>
          </a:prstGeom>
          <a:ln w="127000">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982638" y="1629594"/>
            <a:ext cx="10153128" cy="4708981"/>
          </a:xfrm>
          <a:prstGeom prst="rect">
            <a:avLst/>
          </a:prstGeom>
          <a:noFill/>
        </p:spPr>
        <p:txBody>
          <a:bodyPr wrap="square" rtlCol="0">
            <a:spAutoFit/>
          </a:bodyPr>
          <a:lstStyle/>
          <a:p>
            <a:r>
              <a:rPr lang="en-US" sz="2000" b="1" dirty="0" err="1" smtClean="0">
                <a:latin typeface="Times New Roman" pitchFamily="18" charset="0"/>
                <a:cs typeface="Times New Roman" pitchFamily="18" charset="0"/>
              </a:rPr>
              <a:t>Aadhaar</a:t>
            </a:r>
            <a:r>
              <a:rPr lang="en-US" sz="2000" b="1" dirty="0" smtClean="0">
                <a:latin typeface="Times New Roman" pitchFamily="18" charset="0"/>
                <a:cs typeface="Times New Roman" pitchFamily="18" charset="0"/>
              </a:rPr>
              <a:t>-Based Voter Authentication</a:t>
            </a:r>
          </a:p>
          <a:p>
            <a:r>
              <a:rPr lang="en-US" sz="2000" dirty="0" smtClean="0">
                <a:latin typeface="Times New Roman" pitchFamily="18" charset="0"/>
                <a:cs typeface="Times New Roman" pitchFamily="18" charset="0"/>
              </a:rPr>
              <a:t>Utilizes </a:t>
            </a:r>
            <a:r>
              <a:rPr lang="en-US" sz="2000" b="1" dirty="0" err="1" smtClean="0">
                <a:latin typeface="Times New Roman" pitchFamily="18" charset="0"/>
                <a:cs typeface="Times New Roman" pitchFamily="18" charset="0"/>
              </a:rPr>
              <a:t>Aadhaar</a:t>
            </a:r>
            <a:r>
              <a:rPr lang="en-US" sz="2000" b="1" dirty="0" smtClean="0">
                <a:latin typeface="Times New Roman" pitchFamily="18" charset="0"/>
                <a:cs typeface="Times New Roman" pitchFamily="18" charset="0"/>
              </a:rPr>
              <a:t>-linked biometric or OTP verification</a:t>
            </a:r>
            <a:r>
              <a:rPr lang="en-US" sz="2000" dirty="0" smtClean="0">
                <a:latin typeface="Times New Roman" pitchFamily="18" charset="0"/>
                <a:cs typeface="Times New Roman" pitchFamily="18" charset="0"/>
              </a:rPr>
              <a:t> to ensure only legitimate voters can cast their vote.</a:t>
            </a:r>
          </a:p>
          <a:p>
            <a:r>
              <a:rPr lang="en-US" sz="2000" b="1" dirty="0" err="1" smtClean="0">
                <a:latin typeface="Times New Roman" pitchFamily="18" charset="0"/>
                <a:cs typeface="Times New Roman" pitchFamily="18" charset="0"/>
              </a:rPr>
              <a:t>Blockchain</a:t>
            </a:r>
            <a:r>
              <a:rPr lang="en-US" sz="2000" b="1" dirty="0" smtClean="0">
                <a:latin typeface="Times New Roman" pitchFamily="18" charset="0"/>
                <a:cs typeface="Times New Roman" pitchFamily="18" charset="0"/>
              </a:rPr>
              <a:t>-Powered Voting Ledger</a:t>
            </a:r>
          </a:p>
          <a:p>
            <a:r>
              <a:rPr lang="en-US" sz="2000" dirty="0" smtClean="0">
                <a:latin typeface="Times New Roman" pitchFamily="18" charset="0"/>
                <a:cs typeface="Times New Roman" pitchFamily="18" charset="0"/>
              </a:rPr>
              <a:t>Implements a </a:t>
            </a:r>
            <a:r>
              <a:rPr lang="en-US" sz="2000" b="1" dirty="0" smtClean="0">
                <a:latin typeface="Times New Roman" pitchFamily="18" charset="0"/>
                <a:cs typeface="Times New Roman" pitchFamily="18" charset="0"/>
              </a:rPr>
              <a:t>decentralized, tamper-proof ledger</a:t>
            </a:r>
            <a:r>
              <a:rPr lang="en-US" sz="2000" dirty="0" smtClean="0">
                <a:latin typeface="Times New Roman" pitchFamily="18" charset="0"/>
                <a:cs typeface="Times New Roman" pitchFamily="18" charset="0"/>
              </a:rPr>
              <a:t> to securely record every vote, ensuring transparency and integrity.</a:t>
            </a:r>
          </a:p>
          <a:p>
            <a:r>
              <a:rPr lang="en-US" sz="2000" b="1" dirty="0" smtClean="0">
                <a:latin typeface="Times New Roman" pitchFamily="18" charset="0"/>
                <a:cs typeface="Times New Roman" pitchFamily="18" charset="0"/>
              </a:rPr>
              <a:t>Smart Contract Automation</a:t>
            </a:r>
          </a:p>
          <a:p>
            <a:r>
              <a:rPr lang="en-US" sz="2000" dirty="0" smtClean="0">
                <a:latin typeface="Times New Roman" pitchFamily="18" charset="0"/>
                <a:cs typeface="Times New Roman" pitchFamily="18" charset="0"/>
              </a:rPr>
              <a:t>Deploys </a:t>
            </a:r>
            <a:r>
              <a:rPr lang="en-US" sz="2000" b="1" dirty="0" smtClean="0">
                <a:latin typeface="Times New Roman" pitchFamily="18" charset="0"/>
                <a:cs typeface="Times New Roman" pitchFamily="18" charset="0"/>
              </a:rPr>
              <a:t>smart contracts</a:t>
            </a:r>
            <a:r>
              <a:rPr lang="en-US" sz="2000" dirty="0" smtClean="0">
                <a:latin typeface="Times New Roman" pitchFamily="18" charset="0"/>
                <a:cs typeface="Times New Roman" pitchFamily="18" charset="0"/>
              </a:rPr>
              <a:t> to automatically validate, record, and count votes without human intervention.</a:t>
            </a:r>
          </a:p>
          <a:p>
            <a:r>
              <a:rPr lang="en-US" sz="2000" b="1" dirty="0" smtClean="0">
                <a:latin typeface="Times New Roman" pitchFamily="18" charset="0"/>
                <a:cs typeface="Times New Roman" pitchFamily="18" charset="0"/>
              </a:rPr>
              <a:t>End-to-End Verifiability</a:t>
            </a:r>
          </a:p>
          <a:p>
            <a:r>
              <a:rPr lang="en-US" sz="2000" dirty="0" smtClean="0">
                <a:latin typeface="Times New Roman" pitchFamily="18" charset="0"/>
                <a:cs typeface="Times New Roman" pitchFamily="18" charset="0"/>
              </a:rPr>
              <a:t>Each voter receives a </a:t>
            </a:r>
            <a:r>
              <a:rPr lang="en-US" sz="2000" b="1" dirty="0" smtClean="0">
                <a:latin typeface="Times New Roman" pitchFamily="18" charset="0"/>
                <a:cs typeface="Times New Roman" pitchFamily="18" charset="0"/>
              </a:rPr>
              <a:t>unique, anonymous receipt</a:t>
            </a:r>
            <a:r>
              <a:rPr lang="en-US" sz="2000" dirty="0" smtClean="0">
                <a:latin typeface="Times New Roman" pitchFamily="18" charset="0"/>
                <a:cs typeface="Times New Roman" pitchFamily="18" charset="0"/>
              </a:rPr>
              <a:t> to verify that their vote was recorded and counted accurately.</a:t>
            </a:r>
          </a:p>
          <a:p>
            <a:r>
              <a:rPr lang="en-US" sz="2000" b="1" dirty="0" smtClean="0">
                <a:latin typeface="Times New Roman" pitchFamily="18" charset="0"/>
                <a:cs typeface="Times New Roman" pitchFamily="18" charset="0"/>
              </a:rPr>
              <a:t>Remote Voting Capability</a:t>
            </a:r>
          </a:p>
          <a:p>
            <a:r>
              <a:rPr lang="en-US" sz="2000" dirty="0" smtClean="0">
                <a:latin typeface="Times New Roman" pitchFamily="18" charset="0"/>
                <a:cs typeface="Times New Roman" pitchFamily="18" charset="0"/>
              </a:rPr>
              <a:t>Enables </a:t>
            </a:r>
            <a:r>
              <a:rPr lang="en-US" sz="2000" b="1" dirty="0" smtClean="0">
                <a:latin typeface="Times New Roman" pitchFamily="18" charset="0"/>
                <a:cs typeface="Times New Roman" pitchFamily="18" charset="0"/>
              </a:rPr>
              <a:t>secure online voting</a:t>
            </a:r>
            <a:r>
              <a:rPr lang="en-US" sz="2000" dirty="0" smtClean="0">
                <a:latin typeface="Times New Roman" pitchFamily="18" charset="0"/>
                <a:cs typeface="Times New Roman" pitchFamily="18" charset="0"/>
              </a:rPr>
              <a:t> from anywhere, supporting higher voter participation including from remote or overseas locations.</a:t>
            </a:r>
            <a:endParaRPr lang="en-US" sz="2000" dirty="0">
              <a:latin typeface="Times New Roman" pitchFamily="18" charset="0"/>
              <a:cs typeface="Times New Roman" pitchFamily="18" charset="0"/>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a:off x="1333295" y="1213114"/>
            <a:ext cx="9619066" cy="1589"/>
          </a:xfrm>
          <a:prstGeom prst="line">
            <a:avLst/>
          </a:prstGeom>
          <a:ln w="127000">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1451736" y="500836"/>
            <a:ext cx="5715040" cy="461665"/>
          </a:xfrm>
          <a:prstGeom prst="rect">
            <a:avLst/>
          </a:prstGeom>
        </p:spPr>
        <p:txBody>
          <a:bodyPr wrap="square">
            <a:spAutoFit/>
          </a:bodyPr>
          <a:lstStyle/>
          <a:p>
            <a:pPr lvl="0" defTabSz="914400" fontAlgn="base">
              <a:spcBef>
                <a:spcPct val="0"/>
              </a:spcBef>
              <a:spcAft>
                <a:spcPct val="0"/>
              </a:spcAft>
            </a:pPr>
            <a:r>
              <a:rPr lang="en-US" sz="2400" b="1" dirty="0" smtClean="0">
                <a:solidFill>
                  <a:prstClr val="black"/>
                </a:solidFill>
                <a:latin typeface="Times New Roman" pitchFamily="18" charset="0"/>
                <a:ea typeface="Times New Roman" pitchFamily="18" charset="0"/>
                <a:cs typeface="Times New Roman" pitchFamily="18" charset="0"/>
              </a:rPr>
              <a:t>USECASE</a:t>
            </a:r>
            <a:r>
              <a:rPr lang="en-US" sz="2400" b="1" i="1" dirty="0" smtClean="0">
                <a:solidFill>
                  <a:prstClr val="black"/>
                </a:solidFill>
                <a:latin typeface="Times New Roman" pitchFamily="18" charset="0"/>
                <a:ea typeface="Times New Roman" pitchFamily="18" charset="0"/>
                <a:cs typeface="Times New Roman" pitchFamily="18" charset="0"/>
              </a:rPr>
              <a:t>  </a:t>
            </a:r>
            <a:r>
              <a:rPr lang="en-US" sz="2400" b="1" dirty="0" smtClean="0">
                <a:solidFill>
                  <a:prstClr val="black"/>
                </a:solidFill>
                <a:latin typeface="Times New Roman" pitchFamily="18" charset="0"/>
                <a:ea typeface="Times New Roman" pitchFamily="18" charset="0"/>
                <a:cs typeface="Times New Roman" pitchFamily="18" charset="0"/>
              </a:rPr>
              <a:t>DIAGRAM</a:t>
            </a:r>
            <a:r>
              <a:rPr lang="en-US" sz="2400" b="1" i="1" dirty="0" smtClean="0">
                <a:solidFill>
                  <a:prstClr val="black"/>
                </a:solidFill>
                <a:latin typeface="Times New Roman" pitchFamily="18" charset="0"/>
                <a:ea typeface="Times New Roman" pitchFamily="18" charset="0"/>
                <a:cs typeface="Times New Roman" pitchFamily="18" charset="0"/>
              </a:rPr>
              <a:t> </a:t>
            </a:r>
            <a:endParaRPr lang="en-US" sz="2400" b="1" i="1" dirty="0" smtClean="0">
              <a:solidFill>
                <a:prstClr val="black"/>
              </a:solidFill>
              <a:latin typeface="Arial" pitchFamily="34" charset="0"/>
              <a:cs typeface="Arial" pitchFamily="34" charset="0"/>
            </a:endParaRPr>
          </a:p>
        </p:txBody>
      </p:sp>
      <p:sp>
        <p:nvSpPr>
          <p:cNvPr id="8413" name="Rectangle 221"/>
          <p:cNvSpPr>
            <a:spLocks noChangeArrowheads="1"/>
          </p:cNvSpPr>
          <p:nvPr/>
        </p:nvSpPr>
        <p:spPr bwMode="auto">
          <a:xfrm>
            <a:off x="0" y="0"/>
            <a:ext cx="1219041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9" name="Picture 18"/>
          <p:cNvPicPr/>
          <p:nvPr/>
        </p:nvPicPr>
        <p:blipFill>
          <a:blip r:embed="rId2" cstate="print"/>
          <a:srcRect/>
          <a:stretch>
            <a:fillRect/>
          </a:stretch>
        </p:blipFill>
        <p:spPr bwMode="auto">
          <a:xfrm>
            <a:off x="2710830" y="1585228"/>
            <a:ext cx="6356176" cy="4220830"/>
          </a:xfrm>
          <a:prstGeom prst="rect">
            <a:avLst/>
          </a:prstGeom>
          <a:noFill/>
          <a:ln w="9525">
            <a:noFill/>
            <a:miter lim="800000"/>
            <a:headEnd/>
            <a:tailEnd/>
          </a:ln>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a:off x="1333295" y="1213114"/>
            <a:ext cx="9619066" cy="1589"/>
          </a:xfrm>
          <a:prstGeom prst="line">
            <a:avLst/>
          </a:prstGeom>
          <a:ln w="127000">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1808926" y="572274"/>
            <a:ext cx="6484318" cy="523220"/>
          </a:xfrm>
          <a:prstGeom prst="rect">
            <a:avLst/>
          </a:prstGeom>
        </p:spPr>
        <p:txBody>
          <a:bodyPr wrap="square">
            <a:spAutoFit/>
          </a:bodyPr>
          <a:lstStyle/>
          <a:p>
            <a:r>
              <a:rPr lang="en-US" sz="2800" b="1" dirty="0" smtClean="0">
                <a:solidFill>
                  <a:prstClr val="black"/>
                </a:solidFill>
                <a:latin typeface="Times New Roman" pitchFamily="18" charset="0"/>
                <a:ea typeface="Times New Roman" pitchFamily="18" charset="0"/>
                <a:cs typeface="Times New Roman" pitchFamily="18" charset="0"/>
              </a:rPr>
              <a:t>CLASS DIAGRAM </a:t>
            </a:r>
            <a:endParaRPr lang="en-US" sz="2800" dirty="0"/>
          </a:p>
        </p:txBody>
      </p:sp>
      <p:sp>
        <p:nvSpPr>
          <p:cNvPr id="7222" name="Rectangle 54"/>
          <p:cNvSpPr>
            <a:spLocks noChangeArrowheads="1"/>
          </p:cNvSpPr>
          <p:nvPr/>
        </p:nvSpPr>
        <p:spPr bwMode="auto">
          <a:xfrm>
            <a:off x="0" y="0"/>
            <a:ext cx="1219041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2" name="Picture 11"/>
          <p:cNvPicPr/>
          <p:nvPr/>
        </p:nvPicPr>
        <p:blipFill>
          <a:blip r:embed="rId2" cstate="print"/>
          <a:srcRect/>
          <a:stretch>
            <a:fillRect/>
          </a:stretch>
        </p:blipFill>
        <p:spPr bwMode="auto">
          <a:xfrm>
            <a:off x="2638822" y="2297532"/>
            <a:ext cx="6428184" cy="2860454"/>
          </a:xfrm>
          <a:prstGeom prst="rect">
            <a:avLst/>
          </a:prstGeom>
          <a:noFill/>
          <a:ln w="9525">
            <a:noFill/>
            <a:miter lim="800000"/>
            <a:headEnd/>
            <a:tailEnd/>
          </a:ln>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a:off x="1333295" y="1213114"/>
            <a:ext cx="9619066" cy="1589"/>
          </a:xfrm>
          <a:prstGeom prst="line">
            <a:avLst/>
          </a:prstGeom>
          <a:ln w="1270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308860" y="429398"/>
            <a:ext cx="4143404" cy="523220"/>
          </a:xfrm>
          <a:prstGeom prst="rect">
            <a:avLst/>
          </a:prstGeom>
          <a:noFill/>
        </p:spPr>
        <p:txBody>
          <a:bodyPr wrap="square" rtlCol="0">
            <a:spAutoFit/>
          </a:bodyPr>
          <a:lstStyle/>
          <a:p>
            <a:r>
              <a:rPr lang="en-US" sz="2800" b="1" dirty="0" smtClean="0">
                <a:latin typeface="Times New Roman" pitchFamily="18" charset="0"/>
                <a:ea typeface="Tahoma" pitchFamily="34" charset="0"/>
                <a:cs typeface="Times New Roman" pitchFamily="18" charset="0"/>
              </a:rPr>
              <a:t>SEQUENCE DIAGRAM</a:t>
            </a:r>
            <a:endParaRPr lang="en-US" sz="2800" b="1" dirty="0">
              <a:latin typeface="Times New Roman" pitchFamily="18" charset="0"/>
              <a:ea typeface="Tahoma" pitchFamily="34" charset="0"/>
              <a:cs typeface="Times New Roman" pitchFamily="18" charset="0"/>
            </a:endParaRPr>
          </a:p>
        </p:txBody>
      </p:sp>
      <p:sp>
        <p:nvSpPr>
          <p:cNvPr id="6265" name="Rectangle 121"/>
          <p:cNvSpPr>
            <a:spLocks noChangeArrowheads="1"/>
          </p:cNvSpPr>
          <p:nvPr/>
        </p:nvSpPr>
        <p:spPr bwMode="auto">
          <a:xfrm>
            <a:off x="0" y="0"/>
            <a:ext cx="1219041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7" name="Picture 16"/>
          <p:cNvPicPr/>
          <p:nvPr/>
        </p:nvPicPr>
        <p:blipFill>
          <a:blip r:embed="rId2" cstate="print"/>
          <a:srcRect/>
          <a:stretch>
            <a:fillRect/>
          </a:stretch>
        </p:blipFill>
        <p:spPr bwMode="auto">
          <a:xfrm>
            <a:off x="2710830" y="1917626"/>
            <a:ext cx="6231632" cy="4680520"/>
          </a:xfrm>
          <a:prstGeom prst="rect">
            <a:avLst/>
          </a:prstGeom>
          <a:noFill/>
          <a:ln w="9525">
            <a:noFill/>
            <a:miter lim="800000"/>
            <a:headEnd/>
            <a:tailEnd/>
          </a:ln>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a:off x="1333295" y="1213114"/>
            <a:ext cx="9619066" cy="1589"/>
          </a:xfrm>
          <a:prstGeom prst="line">
            <a:avLst/>
          </a:prstGeom>
          <a:ln w="1270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1486694" y="549474"/>
            <a:ext cx="7344816" cy="538609"/>
          </a:xfrm>
          <a:prstGeom prst="rect">
            <a:avLst/>
          </a:prstGeom>
          <a:noFill/>
        </p:spPr>
        <p:txBody>
          <a:bodyPr wrap="square" rtlCol="0">
            <a:spAutoFit/>
          </a:bodyPr>
          <a:lstStyle/>
          <a:p>
            <a:r>
              <a:rPr lang="en-US" sz="2900" b="1" dirty="0" smtClean="0">
                <a:latin typeface="Times New Roman" pitchFamily="18" charset="0"/>
                <a:cs typeface="Times New Roman" pitchFamily="18" charset="0"/>
              </a:rPr>
              <a:t> COLLABORATION DIAGRAM</a:t>
            </a:r>
            <a:endParaRPr lang="en-US" sz="2900" b="1" dirty="0">
              <a:latin typeface="Times New Roman" pitchFamily="18" charset="0"/>
              <a:cs typeface="Times New Roman" pitchFamily="18" charset="0"/>
            </a:endParaRPr>
          </a:p>
        </p:txBody>
      </p:sp>
      <p:pic>
        <p:nvPicPr>
          <p:cNvPr id="12" name="Picture 11"/>
          <p:cNvPicPr/>
          <p:nvPr/>
        </p:nvPicPr>
        <p:blipFill>
          <a:blip r:embed="rId2" cstate="print"/>
          <a:srcRect/>
          <a:stretch>
            <a:fillRect/>
          </a:stretch>
        </p:blipFill>
        <p:spPr bwMode="auto">
          <a:xfrm>
            <a:off x="2566814" y="2421682"/>
            <a:ext cx="6932240" cy="1934209"/>
          </a:xfrm>
          <a:prstGeom prst="rect">
            <a:avLst/>
          </a:prstGeom>
          <a:noFill/>
          <a:ln w="9525">
            <a:noFill/>
            <a:miter lim="800000"/>
            <a:headEnd/>
            <a:tailEnd/>
          </a:ln>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a:off x="1333295" y="1213114"/>
            <a:ext cx="9619066" cy="1589"/>
          </a:xfrm>
          <a:prstGeom prst="line">
            <a:avLst/>
          </a:prstGeom>
          <a:ln w="127000">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1308860" y="357960"/>
            <a:ext cx="3929090" cy="707886"/>
          </a:xfrm>
          <a:prstGeom prst="rect">
            <a:avLst/>
          </a:prstGeom>
          <a:noFill/>
        </p:spPr>
        <p:txBody>
          <a:bodyPr wrap="square" rtlCol="0">
            <a:spAutoFit/>
          </a:bodyPr>
          <a:lstStyle/>
          <a:p>
            <a:r>
              <a:rPr lang="en-US" sz="4000" dirty="0" smtClean="0">
                <a:latin typeface="Times New Roman" pitchFamily="18" charset="0"/>
                <a:cs typeface="Times New Roman" pitchFamily="18" charset="0"/>
              </a:rPr>
              <a:t> SCREENSHOTS</a:t>
            </a:r>
            <a:endParaRPr lang="en-US" sz="4000" dirty="0">
              <a:latin typeface="Times New Roman" pitchFamily="18" charset="0"/>
              <a:cs typeface="Times New Roman" pitchFamily="18" charset="0"/>
            </a:endParaRPr>
          </a:p>
        </p:txBody>
      </p:sp>
      <p:pic>
        <p:nvPicPr>
          <p:cNvPr id="20" name="Picture 19"/>
          <p:cNvPicPr/>
          <p:nvPr/>
        </p:nvPicPr>
        <p:blipFill>
          <a:blip r:embed="rId2" cstate="print"/>
          <a:stretch>
            <a:fillRect/>
          </a:stretch>
        </p:blipFill>
        <p:spPr>
          <a:xfrm>
            <a:off x="2854846" y="1818481"/>
            <a:ext cx="6106115" cy="3843561"/>
          </a:xfrm>
          <a:prstGeom prst="rect">
            <a:avLst/>
          </a:prstGeom>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a:off x="1333295" y="1213114"/>
            <a:ext cx="9619066" cy="1589"/>
          </a:xfrm>
          <a:prstGeom prst="line">
            <a:avLst/>
          </a:prstGeom>
          <a:ln w="1270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Picture 7"/>
          <p:cNvPicPr/>
          <p:nvPr/>
        </p:nvPicPr>
        <p:blipFill>
          <a:blip r:embed="rId2" cstate="print"/>
          <a:stretch>
            <a:fillRect/>
          </a:stretch>
        </p:blipFill>
        <p:spPr>
          <a:xfrm>
            <a:off x="3070870" y="1818481"/>
            <a:ext cx="5890091" cy="3843561"/>
          </a:xfrm>
          <a:prstGeom prst="rect">
            <a:avLst/>
          </a:prstGeom>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a:off x="1333295" y="1213114"/>
            <a:ext cx="9619066" cy="1589"/>
          </a:xfrm>
          <a:prstGeom prst="line">
            <a:avLst/>
          </a:prstGeom>
          <a:ln w="127000">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1"/>
          <p:cNvSpPr txBox="1">
            <a:spLocks/>
          </p:cNvSpPr>
          <p:nvPr/>
        </p:nvSpPr>
        <p:spPr>
          <a:xfrm>
            <a:off x="952341" y="214341"/>
            <a:ext cx="10361851" cy="1470365"/>
          </a:xfrm>
          <a:prstGeom prst="rect">
            <a:avLst/>
          </a:prstGeom>
        </p:spPr>
        <p:txBody>
          <a:bodyPr>
            <a:normAutofit/>
          </a:bodyPr>
          <a:lstStyle/>
          <a:p>
            <a:pPr marL="0" marR="0" lvl="0" indent="0" algn="ctr" defTabSz="1140714" rtl="0" eaLnBrk="1" fontAlgn="auto" latinLnBrk="0" hangingPunct="1">
              <a:lnSpc>
                <a:spcPct val="100000"/>
              </a:lnSpc>
              <a:spcBef>
                <a:spcPct val="0"/>
              </a:spcBef>
              <a:spcAft>
                <a:spcPts val="0"/>
              </a:spcAft>
              <a:buClrTx/>
              <a:buSzTx/>
              <a:buFontTx/>
              <a:buNone/>
              <a:tabLst/>
              <a:defRPr/>
            </a:pPr>
            <a:endParaRPr kumimoji="0" lang="en-US" sz="4400" b="1" i="0" u="none" strike="noStrike" kern="1200" cap="none" spc="0" normalizeH="0" baseline="0" noProof="0" dirty="0" smtClean="0">
              <a:ln>
                <a:noFill/>
              </a:ln>
              <a:solidFill>
                <a:schemeClr val="tx2"/>
              </a:solidFill>
              <a:effectLst/>
              <a:uLnTx/>
              <a:uFillTx/>
              <a:latin typeface="Times New Roman" pitchFamily="18" charset="0"/>
              <a:ea typeface="Tahoma" pitchFamily="34" charset="0"/>
              <a:cs typeface="Times New Roman" pitchFamily="18" charset="0"/>
            </a:endParaRPr>
          </a:p>
        </p:txBody>
      </p:sp>
      <p:sp>
        <p:nvSpPr>
          <p:cNvPr id="5" name="object 3"/>
          <p:cNvSpPr txBox="1"/>
          <p:nvPr/>
        </p:nvSpPr>
        <p:spPr>
          <a:xfrm>
            <a:off x="2633979" y="2691701"/>
            <a:ext cx="7048500" cy="1398905"/>
          </a:xfrm>
          <a:prstGeom prst="rect">
            <a:avLst/>
          </a:prstGeom>
        </p:spPr>
        <p:txBody>
          <a:bodyPr vert="horz" wrap="square" lIns="0" tIns="13970" rIns="0" bIns="0" rtlCol="0">
            <a:spAutoFit/>
          </a:bodyPr>
          <a:lstStyle/>
          <a:p>
            <a:pPr marL="12700">
              <a:lnSpc>
                <a:spcPct val="100000"/>
              </a:lnSpc>
              <a:spcBef>
                <a:spcPts val="110"/>
              </a:spcBef>
            </a:pPr>
            <a:r>
              <a:rPr sz="9000" b="1" spc="5" dirty="0">
                <a:latin typeface="Times New Roman"/>
                <a:cs typeface="Times New Roman"/>
              </a:rPr>
              <a:t>THANK</a:t>
            </a:r>
            <a:r>
              <a:rPr sz="9000" b="1" spc="-100" dirty="0">
                <a:latin typeface="Times New Roman"/>
                <a:cs typeface="Times New Roman"/>
              </a:rPr>
              <a:t> </a:t>
            </a:r>
            <a:r>
              <a:rPr sz="9000" b="1" spc="5" dirty="0">
                <a:latin typeface="Times New Roman"/>
                <a:cs typeface="Times New Roman"/>
              </a:rPr>
              <a:t>YOU</a:t>
            </a:r>
            <a:endParaRPr sz="9000">
              <a:latin typeface="Times New Roman"/>
              <a:cs typeface="Times New Roman"/>
            </a:endParaRPr>
          </a:p>
        </p:txBody>
      </p:sp>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395</TotalTime>
  <Words>577</Words>
  <Application>Microsoft Office PowerPoint</Application>
  <PresentationFormat>Custom</PresentationFormat>
  <Paragraphs>63</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Slide 1</vt:lpstr>
      <vt:lpstr>Problem Statement</vt:lpstr>
      <vt:lpstr> Abstract</vt:lpstr>
      <vt:lpstr>Literature Survey</vt:lpstr>
      <vt:lpstr>Slide 5</vt:lpstr>
      <vt:lpstr>Slide 6</vt:lpstr>
      <vt:lpstr>Slide 7</vt:lpstr>
      <vt:lpstr>Slide 8</vt:lpstr>
      <vt:lpstr>Slide 9</vt:lpstr>
      <vt:lpstr>Slide 10</vt:lpstr>
      <vt:lpstr>Slide 11</vt:lpstr>
      <vt:lpstr>Slide 12</vt:lpstr>
      <vt:lpstr>Slide 13</vt:lpstr>
      <vt:lpstr>Slide 14</vt:lpstr>
      <vt:lpstr>Slide 15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SANA ENGINEERING COLLEGE</dc:title>
  <dc:creator>sandeep</dc:creator>
  <cp:lastModifiedBy>Saiteja Adapala</cp:lastModifiedBy>
  <cp:revision>46</cp:revision>
  <dcterms:created xsi:type="dcterms:W3CDTF">2025-01-26T05:34:10Z</dcterms:created>
  <dcterms:modified xsi:type="dcterms:W3CDTF">2025-05-27T12:36:22Z</dcterms:modified>
</cp:coreProperties>
</file>